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5"/>
    <p:sldMasterId id="2147483676" r:id="rId6"/>
    <p:sldMasterId id="2147483663" r:id="rId7"/>
    <p:sldMasterId id="2147483699" r:id="rId8"/>
  </p:sldMasterIdLst>
  <p:notesMasterIdLst>
    <p:notesMasterId r:id="rId19"/>
  </p:notesMasterIdLst>
  <p:handoutMasterIdLst>
    <p:handoutMasterId r:id="rId20"/>
  </p:handoutMasterIdLst>
  <p:sldIdLst>
    <p:sldId id="256" r:id="rId9"/>
    <p:sldId id="257" r:id="rId10"/>
    <p:sldId id="281" r:id="rId11"/>
    <p:sldId id="278" r:id="rId12"/>
    <p:sldId id="280" r:id="rId13"/>
    <p:sldId id="279" r:id="rId14"/>
    <p:sldId id="273" r:id="rId15"/>
    <p:sldId id="274" r:id="rId16"/>
    <p:sldId id="272" r:id="rId17"/>
    <p:sldId id="275" r:id="rId18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736" userDrawn="1">
          <p15:clr>
            <a:srgbClr val="A4A3A4"/>
          </p15:clr>
        </p15:guide>
        <p15:guide id="2" pos="147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lha Kupchak" initials="OK" lastIdx="3" clrIdx="0">
    <p:extLst>
      <p:ext uri="{19B8F6BF-5375-455C-9EA6-DF929625EA0E}">
        <p15:presenceInfo xmlns:p15="http://schemas.microsoft.com/office/powerpoint/2012/main" userId="S::Olha_Kupchak@epam.com::4a3ff923-4123-4162-b83a-30e6bdf28ec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3C41"/>
    <a:srgbClr val="FEFEFE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ED5D30-8CE1-0511-8528-431262B8F5B6}" v="2" dt="2025-05-01T05:59:32.254"/>
    <p1510:client id="{E4F7CB7F-0426-0D37-2573-5BD4667ABA32}" v="70" dt="2025-05-01T06:05:31.6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734" y="8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8" d="100"/>
          <a:sy n="88" d="100"/>
        </p:scale>
        <p:origin x="2964" y="66"/>
      </p:cViewPr>
      <p:guideLst>
        <p:guide orient="horz" pos="2736"/>
        <p:guide pos="147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3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7.xml"/><Relationship Id="rId23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mitrii Bessonov" userId="S::dmitrii_bessonov@epam.com::4c240825-8d51-4f89-bec0-b7e7687d9d22" providerId="AD" clId="Web-{B2ED5D30-8CE1-0511-8528-431262B8F5B6}"/>
    <pc:docChg chg="addSld delSld">
      <pc:chgData name="Dmitrii Bessonov" userId="S::dmitrii_bessonov@epam.com::4c240825-8d51-4f89-bec0-b7e7687d9d22" providerId="AD" clId="Web-{B2ED5D30-8CE1-0511-8528-431262B8F5B6}" dt="2025-05-01T05:59:32.254" v="1"/>
      <pc:docMkLst>
        <pc:docMk/>
      </pc:docMkLst>
      <pc:sldChg chg="add del replId">
        <pc:chgData name="Dmitrii Bessonov" userId="S::dmitrii_bessonov@epam.com::4c240825-8d51-4f89-bec0-b7e7687d9d22" providerId="AD" clId="Web-{B2ED5D30-8CE1-0511-8528-431262B8F5B6}" dt="2025-05-01T05:59:32.254" v="1"/>
        <pc:sldMkLst>
          <pc:docMk/>
          <pc:sldMk cId="870127291" sldId="281"/>
        </pc:sldMkLst>
      </pc:sldChg>
    </pc:docChg>
  </pc:docChgLst>
  <pc:docChgLst>
    <pc:chgData name="Dmitrii Bessonov" userId="S::dmitrii_bessonov@epam.com::4c240825-8d51-4f89-bec0-b7e7687d9d22" providerId="AD" clId="Web-{E4F7CB7F-0426-0D37-2573-5BD4667ABA32}"/>
    <pc:docChg chg="mod addSld delSld modSld">
      <pc:chgData name="Dmitrii Bessonov" userId="S::dmitrii_bessonov@epam.com::4c240825-8d51-4f89-bec0-b7e7687d9d22" providerId="AD" clId="Web-{E4F7CB7F-0426-0D37-2573-5BD4667ABA32}" dt="2025-05-01T06:21:58.222" v="74" actId="20577"/>
      <pc:docMkLst>
        <pc:docMk/>
      </pc:docMkLst>
      <pc:sldChg chg="addSp delSp modSp mod modClrScheme chgLayout">
        <pc:chgData name="Dmitrii Bessonov" userId="S::dmitrii_bessonov@epam.com::4c240825-8d51-4f89-bec0-b7e7687d9d22" providerId="AD" clId="Web-{E4F7CB7F-0426-0D37-2573-5BD4667ABA32}" dt="2025-05-01T06:05:19.962" v="63"/>
        <pc:sldMkLst>
          <pc:docMk/>
          <pc:sldMk cId="3711491439" sldId="257"/>
        </pc:sldMkLst>
        <pc:spChg chg="del">
          <ac:chgData name="Dmitrii Bessonov" userId="S::dmitrii_bessonov@epam.com::4c240825-8d51-4f89-bec0-b7e7687d9d22" providerId="AD" clId="Web-{E4F7CB7F-0426-0D37-2573-5BD4667ABA32}" dt="2025-05-01T06:03:03.019" v="22"/>
          <ac:spMkLst>
            <pc:docMk/>
            <pc:sldMk cId="3711491439" sldId="257"/>
            <ac:spMk id="2" creationId="{00000000-0000-0000-0000-000000000000}"/>
          </ac:spMkLst>
        </pc:spChg>
        <pc:spChg chg="del">
          <ac:chgData name="Dmitrii Bessonov" userId="S::dmitrii_bessonov@epam.com::4c240825-8d51-4f89-bec0-b7e7687d9d22" providerId="AD" clId="Web-{E4F7CB7F-0426-0D37-2573-5BD4667ABA32}" dt="2025-05-01T06:02:42.081" v="14"/>
          <ac:spMkLst>
            <pc:docMk/>
            <pc:sldMk cId="3711491439" sldId="257"/>
            <ac:spMk id="3" creationId="{00000000-0000-0000-0000-000000000000}"/>
          </ac:spMkLst>
        </pc:spChg>
        <pc:spChg chg="add del mod ord">
          <ac:chgData name="Dmitrii Bessonov" userId="S::dmitrii_bessonov@epam.com::4c240825-8d51-4f89-bec0-b7e7687d9d22" providerId="AD" clId="Web-{E4F7CB7F-0426-0D37-2573-5BD4667ABA32}" dt="2025-05-01T06:04:01.053" v="36"/>
          <ac:spMkLst>
            <pc:docMk/>
            <pc:sldMk cId="3711491439" sldId="257"/>
            <ac:spMk id="8" creationId="{5EC384CA-60F0-B22C-959B-F897379F7B1A}"/>
          </ac:spMkLst>
        </pc:spChg>
        <pc:spChg chg="del mod">
          <ac:chgData name="Dmitrii Bessonov" userId="S::dmitrii_bessonov@epam.com::4c240825-8d51-4f89-bec0-b7e7687d9d22" providerId="AD" clId="Web-{E4F7CB7F-0426-0D37-2573-5BD4667ABA32}" dt="2025-05-01T06:02:52.628" v="19"/>
          <ac:spMkLst>
            <pc:docMk/>
            <pc:sldMk cId="3711491439" sldId="257"/>
            <ac:spMk id="10" creationId="{7DF63890-7A27-62FC-0F61-14AE1AD9DC34}"/>
          </ac:spMkLst>
        </pc:spChg>
        <pc:spChg chg="add del mod ord">
          <ac:chgData name="Dmitrii Bessonov" userId="S::dmitrii_bessonov@epam.com::4c240825-8d51-4f89-bec0-b7e7687d9d22" providerId="AD" clId="Web-{E4F7CB7F-0426-0D37-2573-5BD4667ABA32}" dt="2025-05-01T06:04:55.586" v="58"/>
          <ac:spMkLst>
            <pc:docMk/>
            <pc:sldMk cId="3711491439" sldId="257"/>
            <ac:spMk id="11" creationId="{DDB5A5BD-E00E-41F8-3754-BE69224599E1}"/>
          </ac:spMkLst>
        </pc:spChg>
        <pc:spChg chg="mod ord">
          <ac:chgData name="Dmitrii Bessonov" userId="S::dmitrii_bessonov@epam.com::4c240825-8d51-4f89-bec0-b7e7687d9d22" providerId="AD" clId="Web-{E4F7CB7F-0426-0D37-2573-5BD4667ABA32}" dt="2025-05-01T06:03:29.223" v="28"/>
          <ac:spMkLst>
            <pc:docMk/>
            <pc:sldMk cId="3711491439" sldId="257"/>
            <ac:spMk id="12" creationId="{AA914C02-A0D5-DD26-BF6D-53E7F6D519ED}"/>
          </ac:spMkLst>
        </pc:spChg>
        <pc:spChg chg="add del mod">
          <ac:chgData name="Dmitrii Bessonov" userId="S::dmitrii_bessonov@epam.com::4c240825-8d51-4f89-bec0-b7e7687d9d22" providerId="AD" clId="Web-{E4F7CB7F-0426-0D37-2573-5BD4667ABA32}" dt="2025-05-01T06:05:09.805" v="61"/>
          <ac:spMkLst>
            <pc:docMk/>
            <pc:sldMk cId="3711491439" sldId="257"/>
            <ac:spMk id="16" creationId="{B699BAE2-0796-2120-C276-C011C851D738}"/>
          </ac:spMkLst>
        </pc:spChg>
        <pc:spChg chg="add del mod ord">
          <ac:chgData name="Dmitrii Bessonov" userId="S::dmitrii_bessonov@epam.com::4c240825-8d51-4f89-bec0-b7e7687d9d22" providerId="AD" clId="Web-{E4F7CB7F-0426-0D37-2573-5BD4667ABA32}" dt="2025-05-01T06:04:08.647" v="39"/>
          <ac:spMkLst>
            <pc:docMk/>
            <pc:sldMk cId="3711491439" sldId="257"/>
            <ac:spMk id="18" creationId="{4B9DD5DB-C9E8-CA67-CC0F-6DDBE84C1A24}"/>
          </ac:spMkLst>
        </pc:spChg>
        <pc:spChg chg="add del">
          <ac:chgData name="Dmitrii Bessonov" userId="S::dmitrii_bessonov@epam.com::4c240825-8d51-4f89-bec0-b7e7687d9d22" providerId="AD" clId="Web-{E4F7CB7F-0426-0D37-2573-5BD4667ABA32}" dt="2025-05-01T06:03:00.113" v="21"/>
          <ac:spMkLst>
            <pc:docMk/>
            <pc:sldMk cId="3711491439" sldId="257"/>
            <ac:spMk id="20" creationId="{4B6DA12D-A2FF-8E72-F7EE-46D695A76090}"/>
          </ac:spMkLst>
        </pc:spChg>
        <pc:spChg chg="add del mod">
          <ac:chgData name="Dmitrii Bessonov" userId="S::dmitrii_bessonov@epam.com::4c240825-8d51-4f89-bec0-b7e7687d9d22" providerId="AD" clId="Web-{E4F7CB7F-0426-0D37-2573-5BD4667ABA32}" dt="2025-05-01T06:03:29.223" v="28"/>
          <ac:spMkLst>
            <pc:docMk/>
            <pc:sldMk cId="3711491439" sldId="257"/>
            <ac:spMk id="22" creationId="{BE6D35B4-563B-D65A-EDB4-A82389C8F06A}"/>
          </ac:spMkLst>
        </pc:spChg>
        <pc:spChg chg="add">
          <ac:chgData name="Dmitrii Bessonov" userId="S::dmitrii_bessonov@epam.com::4c240825-8d51-4f89-bec0-b7e7687d9d22" providerId="AD" clId="Web-{E4F7CB7F-0426-0D37-2573-5BD4667ABA32}" dt="2025-05-01T06:03:03.410" v="23"/>
          <ac:spMkLst>
            <pc:docMk/>
            <pc:sldMk cId="3711491439" sldId="257"/>
            <ac:spMk id="24" creationId="{DE1B32CC-E5FB-9A8D-08AD-80B29CD91C78}"/>
          </ac:spMkLst>
        </pc:spChg>
        <pc:spChg chg="add del mod ord">
          <ac:chgData name="Dmitrii Bessonov" userId="S::dmitrii_bessonov@epam.com::4c240825-8d51-4f89-bec0-b7e7687d9d22" providerId="AD" clId="Web-{E4F7CB7F-0426-0D37-2573-5BD4667ABA32}" dt="2025-05-01T06:04:06.334" v="38"/>
          <ac:spMkLst>
            <pc:docMk/>
            <pc:sldMk cId="3711491439" sldId="257"/>
            <ac:spMk id="25" creationId="{6E4DBE09-0380-2121-D022-354CED0E4253}"/>
          </ac:spMkLst>
        </pc:spChg>
        <pc:spChg chg="add del mod">
          <ac:chgData name="Dmitrii Bessonov" userId="S::dmitrii_bessonov@epam.com::4c240825-8d51-4f89-bec0-b7e7687d9d22" providerId="AD" clId="Web-{E4F7CB7F-0426-0D37-2573-5BD4667ABA32}" dt="2025-05-01T06:03:50.318" v="33"/>
          <ac:spMkLst>
            <pc:docMk/>
            <pc:sldMk cId="3711491439" sldId="257"/>
            <ac:spMk id="26" creationId="{24D44845-945A-FEF5-991A-A344A7B7E5AE}"/>
          </ac:spMkLst>
        </pc:spChg>
        <pc:spChg chg="add del">
          <ac:chgData name="Dmitrii Bessonov" userId="S::dmitrii_bessonov@epam.com::4c240825-8d51-4f89-bec0-b7e7687d9d22" providerId="AD" clId="Web-{E4F7CB7F-0426-0D37-2573-5BD4667ABA32}" dt="2025-05-01T06:04:53.242" v="57"/>
          <ac:spMkLst>
            <pc:docMk/>
            <pc:sldMk cId="3711491439" sldId="257"/>
            <ac:spMk id="32" creationId="{63D7B070-7974-E68F-A2D0-4B47B68C1224}"/>
          </ac:spMkLst>
        </pc:spChg>
        <pc:spChg chg="add del mod">
          <ac:chgData name="Dmitrii Bessonov" userId="S::dmitrii_bessonov@epam.com::4c240825-8d51-4f89-bec0-b7e7687d9d22" providerId="AD" clId="Web-{E4F7CB7F-0426-0D37-2573-5BD4667ABA32}" dt="2025-05-01T06:05:01.430" v="60"/>
          <ac:spMkLst>
            <pc:docMk/>
            <pc:sldMk cId="3711491439" sldId="257"/>
            <ac:spMk id="34" creationId="{954123A6-F75E-2A53-322E-8967467EDBB5}"/>
          </ac:spMkLst>
        </pc:spChg>
        <pc:spChg chg="add">
          <ac:chgData name="Dmitrii Bessonov" userId="S::dmitrii_bessonov@epam.com::4c240825-8d51-4f89-bec0-b7e7687d9d22" providerId="AD" clId="Web-{E4F7CB7F-0426-0D37-2573-5BD4667ABA32}" dt="2025-05-01T06:04:57.524" v="59"/>
          <ac:spMkLst>
            <pc:docMk/>
            <pc:sldMk cId="3711491439" sldId="257"/>
            <ac:spMk id="36" creationId="{C50D2F5E-5450-0B81-6C52-8617807A7790}"/>
          </ac:spMkLst>
        </pc:spChg>
        <pc:spChg chg="add">
          <ac:chgData name="Dmitrii Bessonov" userId="S::dmitrii_bessonov@epam.com::4c240825-8d51-4f89-bec0-b7e7687d9d22" providerId="AD" clId="Web-{E4F7CB7F-0426-0D37-2573-5BD4667ABA32}" dt="2025-05-01T06:05:10.243" v="62"/>
          <ac:spMkLst>
            <pc:docMk/>
            <pc:sldMk cId="3711491439" sldId="257"/>
            <ac:spMk id="38" creationId="{50BB4227-7C8C-A15F-68B2-639B460DB7F1}"/>
          </ac:spMkLst>
        </pc:spChg>
        <pc:spChg chg="add mod">
          <ac:chgData name="Dmitrii Bessonov" userId="S::dmitrii_bessonov@epam.com::4c240825-8d51-4f89-bec0-b7e7687d9d22" providerId="AD" clId="Web-{E4F7CB7F-0426-0D37-2573-5BD4667ABA32}" dt="2025-05-01T06:05:19.962" v="63"/>
          <ac:spMkLst>
            <pc:docMk/>
            <pc:sldMk cId="3711491439" sldId="257"/>
            <ac:spMk id="40" creationId="{79E49B00-AC74-D598-8910-CE5F11563EA3}"/>
          </ac:spMkLst>
        </pc:spChg>
        <pc:picChg chg="add del">
          <ac:chgData name="Dmitrii Bessonov" userId="S::dmitrii_bessonov@epam.com::4c240825-8d51-4f89-bec0-b7e7687d9d22" providerId="AD" clId="Web-{E4F7CB7F-0426-0D37-2573-5BD4667ABA32}" dt="2025-05-01T06:03:47.068" v="29"/>
          <ac:picMkLst>
            <pc:docMk/>
            <pc:sldMk cId="3711491439" sldId="257"/>
            <ac:picMk id="5" creationId="{9E6263BC-5469-AF5D-55AF-5C9D27E925AC}"/>
          </ac:picMkLst>
        </pc:picChg>
        <pc:picChg chg="del">
          <ac:chgData name="Dmitrii Bessonov" userId="S::dmitrii_bessonov@epam.com::4c240825-8d51-4f89-bec0-b7e7687d9d22" providerId="AD" clId="Web-{E4F7CB7F-0426-0D37-2573-5BD4667ABA32}" dt="2025-05-01T06:02:36.206" v="13"/>
          <ac:picMkLst>
            <pc:docMk/>
            <pc:sldMk cId="3711491439" sldId="257"/>
            <ac:picMk id="7" creationId="{9786D606-5187-FF80-DBDE-35D91C317CE8}"/>
          </ac:picMkLst>
        </pc:picChg>
        <pc:picChg chg="add del">
          <ac:chgData name="Dmitrii Bessonov" userId="S::dmitrii_bessonov@epam.com::4c240825-8d51-4f89-bec0-b7e7687d9d22" providerId="AD" clId="Web-{E4F7CB7F-0426-0D37-2573-5BD4667ABA32}" dt="2025-05-01T06:03:21.848" v="27"/>
          <ac:picMkLst>
            <pc:docMk/>
            <pc:sldMk cId="3711491439" sldId="257"/>
            <ac:picMk id="14" creationId="{9F4778CD-63E5-0E2C-A8DA-6723FA9F3CB2}"/>
          </ac:picMkLst>
        </pc:picChg>
        <pc:picChg chg="add del">
          <ac:chgData name="Dmitrii Bessonov" userId="S::dmitrii_bessonov@epam.com::4c240825-8d51-4f89-bec0-b7e7687d9d22" providerId="AD" clId="Web-{E4F7CB7F-0426-0D37-2573-5BD4667ABA32}" dt="2025-05-01T06:03:58.521" v="35"/>
          <ac:picMkLst>
            <pc:docMk/>
            <pc:sldMk cId="3711491439" sldId="257"/>
            <ac:picMk id="28" creationId="{AECB7983-E8EC-CAE6-A2BD-03DD8473F73E}"/>
          </ac:picMkLst>
        </pc:picChg>
        <pc:picChg chg="add mod">
          <ac:chgData name="Dmitrii Bessonov" userId="S::dmitrii_bessonov@epam.com::4c240825-8d51-4f89-bec0-b7e7687d9d22" providerId="AD" clId="Web-{E4F7CB7F-0426-0D37-2573-5BD4667ABA32}" dt="2025-05-01T06:04:01.615" v="37"/>
          <ac:picMkLst>
            <pc:docMk/>
            <pc:sldMk cId="3711491439" sldId="257"/>
            <ac:picMk id="30" creationId="{EC38ADEB-94D0-3208-9F36-9B175A08E953}"/>
          </ac:picMkLst>
        </pc:picChg>
      </pc:sldChg>
      <pc:sldChg chg="modSp">
        <pc:chgData name="Dmitrii Bessonov" userId="S::dmitrii_bessonov@epam.com::4c240825-8d51-4f89-bec0-b7e7687d9d22" providerId="AD" clId="Web-{E4F7CB7F-0426-0D37-2573-5BD4667ABA32}" dt="2025-05-01T06:21:58.222" v="74" actId="20577"/>
        <pc:sldMkLst>
          <pc:docMk/>
          <pc:sldMk cId="1009701064" sldId="273"/>
        </pc:sldMkLst>
        <pc:graphicFrameChg chg="modGraphic">
          <ac:chgData name="Dmitrii Bessonov" userId="S::dmitrii_bessonov@epam.com::4c240825-8d51-4f89-bec0-b7e7687d9d22" providerId="AD" clId="Web-{E4F7CB7F-0426-0D37-2573-5BD4667ABA32}" dt="2025-05-01T06:21:58.222" v="74" actId="20577"/>
          <ac:graphicFrameMkLst>
            <pc:docMk/>
            <pc:sldMk cId="1009701064" sldId="273"/>
            <ac:graphicFrameMk id="18" creationId="{4933E037-AA1C-6BDD-3C8C-7986833378D6}"/>
          </ac:graphicFrameMkLst>
        </pc:graphicFrameChg>
      </pc:sldChg>
      <pc:sldChg chg="addSp delSp modSp del">
        <pc:chgData name="Dmitrii Bessonov" userId="S::dmitrii_bessonov@epam.com::4c240825-8d51-4f89-bec0-b7e7687d9d22" providerId="AD" clId="Web-{E4F7CB7F-0426-0D37-2573-5BD4667ABA32}" dt="2025-05-01T06:05:31.681" v="64"/>
        <pc:sldMkLst>
          <pc:docMk/>
          <pc:sldMk cId="3015562108" sldId="277"/>
        </pc:sldMkLst>
        <pc:spChg chg="add del mod">
          <ac:chgData name="Dmitrii Bessonov" userId="S::dmitrii_bessonov@epam.com::4c240825-8d51-4f89-bec0-b7e7687d9d22" providerId="AD" clId="Web-{E4F7CB7F-0426-0D37-2573-5BD4667ABA32}" dt="2025-05-01T06:01:20.656" v="3"/>
          <ac:spMkLst>
            <pc:docMk/>
            <pc:sldMk cId="3015562108" sldId="277"/>
            <ac:spMk id="4" creationId="{1AF91DC4-F8E8-9E1D-2A76-806AC9B0D144}"/>
          </ac:spMkLst>
        </pc:spChg>
        <pc:picChg chg="add del mod">
          <ac:chgData name="Dmitrii Bessonov" userId="S::dmitrii_bessonov@epam.com::4c240825-8d51-4f89-bec0-b7e7687d9d22" providerId="AD" clId="Web-{E4F7CB7F-0426-0D37-2573-5BD4667ABA32}" dt="2025-05-01T06:02:04.220" v="10"/>
          <ac:picMkLst>
            <pc:docMk/>
            <pc:sldMk cId="3015562108" sldId="277"/>
            <ac:picMk id="6" creationId="{586363ED-9AE2-7082-F377-BAEB607EB840}"/>
          </ac:picMkLst>
        </pc:picChg>
      </pc:sldChg>
      <pc:sldChg chg="add replId">
        <pc:chgData name="Dmitrii Bessonov" userId="S::dmitrii_bessonov@epam.com::4c240825-8d51-4f89-bec0-b7e7687d9d22" providerId="AD" clId="Web-{E4F7CB7F-0426-0D37-2573-5BD4667ABA32}" dt="2025-05-01T06:02:29.127" v="11"/>
        <pc:sldMkLst>
          <pc:docMk/>
          <pc:sldMk cId="37949583" sldId="281"/>
        </pc:sldMkLst>
      </pc:sldChg>
      <pc:sldChg chg="add del replId">
        <pc:chgData name="Dmitrii Bessonov" userId="S::dmitrii_bessonov@epam.com::4c240825-8d51-4f89-bec0-b7e7687d9d22" providerId="AD" clId="Web-{E4F7CB7F-0426-0D37-2573-5BD4667ABA32}" dt="2025-05-01T06:00:34.670" v="1"/>
        <pc:sldMkLst>
          <pc:docMk/>
          <pc:sldMk cId="330742727" sldId="281"/>
        </pc:sldMkLst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C1A7BF-A66D-4046-8A84-4F52E1D2E35A}" type="doc">
      <dgm:prSet loTypeId="urn:microsoft.com/office/officeart/2005/8/layout/vList2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ED216F9-AEAA-4D1A-B075-9F0CB963C95B}">
      <dgm:prSet/>
      <dgm:spPr/>
      <dgm:t>
        <a:bodyPr/>
        <a:lstStyle/>
        <a:p>
          <a:r>
            <a:rPr lang="en-US" b="0" dirty="0"/>
            <a:t>Basic implementation</a:t>
          </a:r>
          <a:endParaRPr lang="en-US" dirty="0"/>
        </a:p>
      </dgm:t>
    </dgm:pt>
    <dgm:pt modelId="{81AC0109-5F12-4B23-964F-B214DCBF0905}" type="parTrans" cxnId="{D8775B24-9E50-4648-BD07-439E1C98D5AC}">
      <dgm:prSet/>
      <dgm:spPr/>
      <dgm:t>
        <a:bodyPr/>
        <a:lstStyle/>
        <a:p>
          <a:endParaRPr lang="en-US"/>
        </a:p>
      </dgm:t>
    </dgm:pt>
    <dgm:pt modelId="{0C291C09-92B1-4C5E-8687-7D95B59E80A9}" type="sibTrans" cxnId="{D8775B24-9E50-4648-BD07-439E1C98D5AC}">
      <dgm:prSet/>
      <dgm:spPr/>
      <dgm:t>
        <a:bodyPr/>
        <a:lstStyle/>
        <a:p>
          <a:endParaRPr lang="en-US"/>
        </a:p>
      </dgm:t>
    </dgm:pt>
    <dgm:pt modelId="{0A0F0C7C-662F-4B0F-858C-3521D687936F}">
      <dgm:prSet/>
      <dgm:spPr/>
      <dgm:t>
        <a:bodyPr/>
        <a:lstStyle/>
        <a:p>
          <a:r>
            <a:rPr lang="en-US" b="0" dirty="0"/>
            <a:t>Switch to pattern matching</a:t>
          </a:r>
          <a:endParaRPr lang="en-US" dirty="0"/>
        </a:p>
      </dgm:t>
    </dgm:pt>
    <dgm:pt modelId="{973AD926-4C20-4779-9433-CC389EE794D8}" type="parTrans" cxnId="{1665C97C-DDAC-4EA4-93AD-7DE17AAD38C9}">
      <dgm:prSet/>
      <dgm:spPr/>
      <dgm:t>
        <a:bodyPr/>
        <a:lstStyle/>
        <a:p>
          <a:endParaRPr lang="en-US"/>
        </a:p>
      </dgm:t>
    </dgm:pt>
    <dgm:pt modelId="{834E4F9F-A769-4FA6-A5B4-3B4C39FCA7DD}" type="sibTrans" cxnId="{1665C97C-DDAC-4EA4-93AD-7DE17AAD38C9}">
      <dgm:prSet/>
      <dgm:spPr/>
      <dgm:t>
        <a:bodyPr/>
        <a:lstStyle/>
        <a:p>
          <a:endParaRPr lang="en-US"/>
        </a:p>
      </dgm:t>
    </dgm:pt>
    <dgm:pt modelId="{8A3D6A5D-8A42-4762-B5B5-53F3F13F346D}">
      <dgm:prSet/>
      <dgm:spPr/>
      <dgm:t>
        <a:bodyPr/>
        <a:lstStyle/>
        <a:p>
          <a:r>
            <a:rPr lang="en-US" b="0" dirty="0"/>
            <a:t>Switch to Visitor pattern</a:t>
          </a:r>
          <a:endParaRPr lang="en-US" dirty="0"/>
        </a:p>
      </dgm:t>
    </dgm:pt>
    <dgm:pt modelId="{470DD244-8637-4B28-A6E1-64FE2F8004C1}" type="parTrans" cxnId="{21D7949A-ACF9-4350-9103-57769A776C4E}">
      <dgm:prSet/>
      <dgm:spPr/>
      <dgm:t>
        <a:bodyPr/>
        <a:lstStyle/>
        <a:p>
          <a:endParaRPr lang="en-US"/>
        </a:p>
      </dgm:t>
    </dgm:pt>
    <dgm:pt modelId="{DCDEF533-8EBB-4F5E-AD4D-2E952A0EB422}" type="sibTrans" cxnId="{21D7949A-ACF9-4350-9103-57769A776C4E}">
      <dgm:prSet/>
      <dgm:spPr/>
      <dgm:t>
        <a:bodyPr/>
        <a:lstStyle/>
        <a:p>
          <a:endParaRPr lang="en-US"/>
        </a:p>
      </dgm:t>
    </dgm:pt>
    <dgm:pt modelId="{315E01E9-A641-4975-AF76-CCB5C959AA75}">
      <dgm:prSet/>
      <dgm:spPr/>
      <dgm:t>
        <a:bodyPr/>
        <a:lstStyle/>
        <a:p>
          <a:r>
            <a:rPr lang="en-US" b="0" dirty="0"/>
            <a:t>Extend implementation</a:t>
          </a:r>
          <a:endParaRPr lang="en-US" dirty="0"/>
        </a:p>
      </dgm:t>
    </dgm:pt>
    <dgm:pt modelId="{9930D74C-AB5E-42E3-81F4-A8ACF5F4C1F2}" type="parTrans" cxnId="{110A076C-D2C6-4A87-8754-0345591FB1B1}">
      <dgm:prSet/>
      <dgm:spPr/>
      <dgm:t>
        <a:bodyPr/>
        <a:lstStyle/>
        <a:p>
          <a:endParaRPr lang="en-US"/>
        </a:p>
      </dgm:t>
    </dgm:pt>
    <dgm:pt modelId="{887E10E9-CEFB-4D82-80FF-84B8C55D8D5B}" type="sibTrans" cxnId="{110A076C-D2C6-4A87-8754-0345591FB1B1}">
      <dgm:prSet/>
      <dgm:spPr/>
      <dgm:t>
        <a:bodyPr/>
        <a:lstStyle/>
        <a:p>
          <a:endParaRPr lang="en-US"/>
        </a:p>
      </dgm:t>
    </dgm:pt>
    <dgm:pt modelId="{68752AD0-8EDD-4418-9E3E-58558565F3DA}">
      <dgm:prSet/>
      <dgm:spPr/>
      <dgm:t>
        <a:bodyPr/>
        <a:lstStyle/>
        <a:p>
          <a:r>
            <a:rPr lang="en-US" b="0" dirty="0"/>
            <a:t>- Visitor with state</a:t>
          </a:r>
          <a:endParaRPr lang="en-US" dirty="0"/>
        </a:p>
      </dgm:t>
    </dgm:pt>
    <dgm:pt modelId="{5B6761E3-397B-4852-905B-1B7C1F42D488}" type="parTrans" cxnId="{E892C42A-0A59-46E6-8553-AC72812BAAB1}">
      <dgm:prSet/>
      <dgm:spPr/>
      <dgm:t>
        <a:bodyPr/>
        <a:lstStyle/>
        <a:p>
          <a:endParaRPr lang="en-US"/>
        </a:p>
      </dgm:t>
    </dgm:pt>
    <dgm:pt modelId="{E861E931-1DC2-4DF8-9541-48B925648E27}" type="sibTrans" cxnId="{E892C42A-0A59-46E6-8553-AC72812BAAB1}">
      <dgm:prSet/>
      <dgm:spPr/>
      <dgm:t>
        <a:bodyPr/>
        <a:lstStyle/>
        <a:p>
          <a:endParaRPr lang="en-US"/>
        </a:p>
      </dgm:t>
    </dgm:pt>
    <dgm:pt modelId="{C4D56DD6-DF51-45EE-B35E-16F9F155CA2A}">
      <dgm:prSet/>
      <dgm:spPr/>
      <dgm:t>
        <a:bodyPr/>
        <a:lstStyle/>
        <a:p>
          <a:r>
            <a:rPr lang="en-US" b="0" dirty="0"/>
            <a:t>- Visitor with currying</a:t>
          </a:r>
          <a:endParaRPr lang="en-US" dirty="0"/>
        </a:p>
      </dgm:t>
    </dgm:pt>
    <dgm:pt modelId="{937E71F8-0082-4638-8635-12D9893E7384}" type="parTrans" cxnId="{19A6C03F-B862-474F-9A1C-AB56D3C3AA6F}">
      <dgm:prSet/>
      <dgm:spPr/>
      <dgm:t>
        <a:bodyPr/>
        <a:lstStyle/>
        <a:p>
          <a:endParaRPr lang="en-US"/>
        </a:p>
      </dgm:t>
    </dgm:pt>
    <dgm:pt modelId="{1E89CC8B-D0C1-4DAA-ADD6-363ABDBFD1B1}" type="sibTrans" cxnId="{19A6C03F-B862-474F-9A1C-AB56D3C3AA6F}">
      <dgm:prSet/>
      <dgm:spPr/>
      <dgm:t>
        <a:bodyPr/>
        <a:lstStyle/>
        <a:p>
          <a:endParaRPr lang="en-US"/>
        </a:p>
      </dgm:t>
    </dgm:pt>
    <dgm:pt modelId="{61E11E09-EBA2-4810-9780-81E1E8D3DDFB}">
      <dgm:prSet/>
      <dgm:spPr/>
      <dgm:t>
        <a:bodyPr/>
        <a:lstStyle/>
        <a:p>
          <a:r>
            <a:rPr lang="en-US" b="0" dirty="0"/>
            <a:t>- Universal visitor</a:t>
          </a:r>
          <a:endParaRPr lang="en-US" dirty="0"/>
        </a:p>
      </dgm:t>
    </dgm:pt>
    <dgm:pt modelId="{F758D48E-D364-40D8-9EEE-9B15EA5A0183}" type="parTrans" cxnId="{7889B931-D076-4D8E-8F87-E4EF690067D3}">
      <dgm:prSet/>
      <dgm:spPr/>
      <dgm:t>
        <a:bodyPr/>
        <a:lstStyle/>
        <a:p>
          <a:endParaRPr lang="en-US"/>
        </a:p>
      </dgm:t>
    </dgm:pt>
    <dgm:pt modelId="{FA4A6263-680A-4596-8AA7-763FC98A9A70}" type="sibTrans" cxnId="{7889B931-D076-4D8E-8F87-E4EF690067D3}">
      <dgm:prSet/>
      <dgm:spPr/>
      <dgm:t>
        <a:bodyPr/>
        <a:lstStyle/>
        <a:p>
          <a:endParaRPr lang="en-US"/>
        </a:p>
      </dgm:t>
    </dgm:pt>
    <dgm:pt modelId="{AF3A6586-0912-4C08-8DE0-7A3961E8D425}">
      <dgm:prSet/>
      <dgm:spPr/>
      <dgm:t>
        <a:bodyPr/>
        <a:lstStyle/>
        <a:p>
          <a:r>
            <a:rPr lang="en-US" b="0" dirty="0"/>
            <a:t>Compare with switch</a:t>
          </a:r>
          <a:endParaRPr lang="en-US" dirty="0"/>
        </a:p>
      </dgm:t>
    </dgm:pt>
    <dgm:pt modelId="{B1DD5619-D087-4702-AF29-30741E5FFE91}" type="parTrans" cxnId="{96695D6F-C695-417D-9F92-B98E8E552BB5}">
      <dgm:prSet/>
      <dgm:spPr/>
      <dgm:t>
        <a:bodyPr/>
        <a:lstStyle/>
        <a:p>
          <a:endParaRPr lang="en-US"/>
        </a:p>
      </dgm:t>
    </dgm:pt>
    <dgm:pt modelId="{26F5C985-B06C-48E3-BCDB-483B7551933E}" type="sibTrans" cxnId="{96695D6F-C695-417D-9F92-B98E8E552BB5}">
      <dgm:prSet/>
      <dgm:spPr/>
      <dgm:t>
        <a:bodyPr/>
        <a:lstStyle/>
        <a:p>
          <a:endParaRPr lang="en-US"/>
        </a:p>
      </dgm:t>
    </dgm:pt>
    <dgm:pt modelId="{747AE1D7-0610-45D7-A8A6-13A502AD524D}">
      <dgm:prSet/>
      <dgm:spPr/>
      <dgm:t>
        <a:bodyPr/>
        <a:lstStyle/>
        <a:p>
          <a:r>
            <a:rPr lang="en-US" dirty="0"/>
            <a:t>Production examples</a:t>
          </a:r>
        </a:p>
      </dgm:t>
    </dgm:pt>
    <dgm:pt modelId="{D334763F-5136-46DE-AADC-6251CD36E535}" type="parTrans" cxnId="{1F771631-5CC4-4F9C-9700-DE9F6424C6F7}">
      <dgm:prSet/>
      <dgm:spPr/>
    </dgm:pt>
    <dgm:pt modelId="{1813348D-C81A-4309-B284-55B76B7D6D51}" type="sibTrans" cxnId="{1F771631-5CC4-4F9C-9700-DE9F6424C6F7}">
      <dgm:prSet/>
      <dgm:spPr/>
    </dgm:pt>
    <dgm:pt modelId="{86C394B8-070A-4E65-8CBE-66150A9CF6E4}">
      <dgm:prSet phldr="0"/>
      <dgm:spPr/>
      <dgm:t>
        <a:bodyPr/>
        <a:lstStyle/>
        <a:p>
          <a:r>
            <a:rPr lang="en-US" dirty="0">
              <a:latin typeface="Calibri Light"/>
            </a:rPr>
            <a:t>Homework</a:t>
          </a:r>
        </a:p>
      </dgm:t>
    </dgm:pt>
    <dgm:pt modelId="{9F21E6CC-6B81-4FF1-87F7-28650388EF8E}" type="parTrans" cxnId="{2CFC1475-9506-4F01-9917-65E9B4B421D6}">
      <dgm:prSet/>
      <dgm:spPr/>
    </dgm:pt>
    <dgm:pt modelId="{900D027C-D09F-4682-BB27-92370E357FDD}" type="sibTrans" cxnId="{2CFC1475-9506-4F01-9917-65E9B4B421D6}">
      <dgm:prSet/>
      <dgm:spPr/>
    </dgm:pt>
    <dgm:pt modelId="{E0EBAAB6-4D8F-48E7-A41D-46A2BF8313DD}" type="pres">
      <dgm:prSet presAssocID="{74C1A7BF-A66D-4046-8A84-4F52E1D2E35A}" presName="linear" presStyleCnt="0">
        <dgm:presLayoutVars>
          <dgm:animLvl val="lvl"/>
          <dgm:resizeHandles val="exact"/>
        </dgm:presLayoutVars>
      </dgm:prSet>
      <dgm:spPr/>
    </dgm:pt>
    <dgm:pt modelId="{279A39FB-554F-452C-9F26-8C28783D83A5}" type="pres">
      <dgm:prSet presAssocID="{5ED216F9-AEAA-4D1A-B075-9F0CB963C95B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0B749184-970B-4DFE-91CD-FE6382C4CCEC}" type="pres">
      <dgm:prSet presAssocID="{0C291C09-92B1-4C5E-8687-7D95B59E80A9}" presName="spacer" presStyleCnt="0"/>
      <dgm:spPr/>
    </dgm:pt>
    <dgm:pt modelId="{CF9C38A0-ACCE-49CD-B02F-35CFFEE579B9}" type="pres">
      <dgm:prSet presAssocID="{0A0F0C7C-662F-4B0F-858C-3521D687936F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EBD970DA-E0E8-4695-B969-58FFFE4D6D76}" type="pres">
      <dgm:prSet presAssocID="{834E4F9F-A769-4FA6-A5B4-3B4C39FCA7DD}" presName="spacer" presStyleCnt="0"/>
      <dgm:spPr/>
    </dgm:pt>
    <dgm:pt modelId="{604B9D72-0C57-4072-88AA-2AC6DA3A1D60}" type="pres">
      <dgm:prSet presAssocID="{8A3D6A5D-8A42-4762-B5B5-53F3F13F346D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573F5097-AF9C-498B-87C1-53A0199E8863}" type="pres">
      <dgm:prSet presAssocID="{DCDEF533-8EBB-4F5E-AD4D-2E952A0EB422}" presName="spacer" presStyleCnt="0"/>
      <dgm:spPr/>
    </dgm:pt>
    <dgm:pt modelId="{A31D8B3D-8F4D-4FD8-B9A1-892E94D0E607}" type="pres">
      <dgm:prSet presAssocID="{315E01E9-A641-4975-AF76-CCB5C959AA75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09BAE76F-4575-44D0-A0A4-9D2674E6102A}" type="pres">
      <dgm:prSet presAssocID="{887E10E9-CEFB-4D82-80FF-84B8C55D8D5B}" presName="spacer" presStyleCnt="0"/>
      <dgm:spPr/>
    </dgm:pt>
    <dgm:pt modelId="{BE1E902C-AB15-49B9-85F6-9EFD6B0CA379}" type="pres">
      <dgm:prSet presAssocID="{68752AD0-8EDD-4418-9E3E-58558565F3DA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F4E20CCD-3FED-43CB-9E7E-B14AF408B399}" type="pres">
      <dgm:prSet presAssocID="{E861E931-1DC2-4DF8-9541-48B925648E27}" presName="spacer" presStyleCnt="0"/>
      <dgm:spPr/>
    </dgm:pt>
    <dgm:pt modelId="{E2DB4B55-A055-432D-81FD-DE4A83063040}" type="pres">
      <dgm:prSet presAssocID="{C4D56DD6-DF51-45EE-B35E-16F9F155CA2A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C4C850E2-4809-4714-9DB8-6D11C07BF61C}" type="pres">
      <dgm:prSet presAssocID="{1E89CC8B-D0C1-4DAA-ADD6-363ABDBFD1B1}" presName="spacer" presStyleCnt="0"/>
      <dgm:spPr/>
    </dgm:pt>
    <dgm:pt modelId="{37215F02-C632-4B16-AEA9-78266CFA1148}" type="pres">
      <dgm:prSet presAssocID="{61E11E09-EBA2-4810-9780-81E1E8D3DDFB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CFD0261D-BCEB-428C-927A-833387B116DF}" type="pres">
      <dgm:prSet presAssocID="{FA4A6263-680A-4596-8AA7-763FC98A9A70}" presName="spacer" presStyleCnt="0"/>
      <dgm:spPr/>
    </dgm:pt>
    <dgm:pt modelId="{8D979DF9-8E09-49ED-AE03-3B10241B1982}" type="pres">
      <dgm:prSet presAssocID="{AF3A6586-0912-4C08-8DE0-7A3961E8D425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907D3D7E-3106-49F2-AF93-92F80D1BDEF4}" type="pres">
      <dgm:prSet presAssocID="{26F5C985-B06C-48E3-BCDB-483B7551933E}" presName="spacer" presStyleCnt="0"/>
      <dgm:spPr/>
    </dgm:pt>
    <dgm:pt modelId="{FF6116E9-E851-4D17-A394-F143AEC75685}" type="pres">
      <dgm:prSet presAssocID="{747AE1D7-0610-45D7-A8A6-13A502AD524D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F055B9EE-DC30-4C3F-AF99-65E8E27B87FA}" type="pres">
      <dgm:prSet presAssocID="{1813348D-C81A-4309-B284-55B76B7D6D51}" presName="spacer" presStyleCnt="0"/>
      <dgm:spPr/>
    </dgm:pt>
    <dgm:pt modelId="{1292D806-751A-4DF0-A22F-89DBA26728ED}" type="pres">
      <dgm:prSet presAssocID="{86C394B8-070A-4E65-8CBE-66150A9CF6E4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2C76ED10-173D-4AD0-AF6D-19BFC35A9FC7}" type="presOf" srcId="{0A0F0C7C-662F-4B0F-858C-3521D687936F}" destId="{CF9C38A0-ACCE-49CD-B02F-35CFFEE579B9}" srcOrd="0" destOrd="0" presId="urn:microsoft.com/office/officeart/2005/8/layout/vList2"/>
    <dgm:cxn modelId="{2A702F15-9D6B-4DDD-B501-EF3FB890E191}" type="presOf" srcId="{315E01E9-A641-4975-AF76-CCB5C959AA75}" destId="{A31D8B3D-8F4D-4FD8-B9A1-892E94D0E607}" srcOrd="0" destOrd="0" presId="urn:microsoft.com/office/officeart/2005/8/layout/vList2"/>
    <dgm:cxn modelId="{D8775B24-9E50-4648-BD07-439E1C98D5AC}" srcId="{74C1A7BF-A66D-4046-8A84-4F52E1D2E35A}" destId="{5ED216F9-AEAA-4D1A-B075-9F0CB963C95B}" srcOrd="0" destOrd="0" parTransId="{81AC0109-5F12-4B23-964F-B214DCBF0905}" sibTransId="{0C291C09-92B1-4C5E-8687-7D95B59E80A9}"/>
    <dgm:cxn modelId="{E892C42A-0A59-46E6-8553-AC72812BAAB1}" srcId="{74C1A7BF-A66D-4046-8A84-4F52E1D2E35A}" destId="{68752AD0-8EDD-4418-9E3E-58558565F3DA}" srcOrd="4" destOrd="0" parTransId="{5B6761E3-397B-4852-905B-1B7C1F42D488}" sibTransId="{E861E931-1DC2-4DF8-9541-48B925648E27}"/>
    <dgm:cxn modelId="{1F771631-5CC4-4F9C-9700-DE9F6424C6F7}" srcId="{74C1A7BF-A66D-4046-8A84-4F52E1D2E35A}" destId="{747AE1D7-0610-45D7-A8A6-13A502AD524D}" srcOrd="8" destOrd="0" parTransId="{D334763F-5136-46DE-AADC-6251CD36E535}" sibTransId="{1813348D-C81A-4309-B284-55B76B7D6D51}"/>
    <dgm:cxn modelId="{7889B931-D076-4D8E-8F87-E4EF690067D3}" srcId="{74C1A7BF-A66D-4046-8A84-4F52E1D2E35A}" destId="{61E11E09-EBA2-4810-9780-81E1E8D3DDFB}" srcOrd="6" destOrd="0" parTransId="{F758D48E-D364-40D8-9EEE-9B15EA5A0183}" sibTransId="{FA4A6263-680A-4596-8AA7-763FC98A9A70}"/>
    <dgm:cxn modelId="{0D6F8D3A-7618-4F80-BDAA-FCC7C8613469}" type="presOf" srcId="{AF3A6586-0912-4C08-8DE0-7A3961E8D425}" destId="{8D979DF9-8E09-49ED-AE03-3B10241B1982}" srcOrd="0" destOrd="0" presId="urn:microsoft.com/office/officeart/2005/8/layout/vList2"/>
    <dgm:cxn modelId="{19A6C03F-B862-474F-9A1C-AB56D3C3AA6F}" srcId="{74C1A7BF-A66D-4046-8A84-4F52E1D2E35A}" destId="{C4D56DD6-DF51-45EE-B35E-16F9F155CA2A}" srcOrd="5" destOrd="0" parTransId="{937E71F8-0082-4638-8635-12D9893E7384}" sibTransId="{1E89CC8B-D0C1-4DAA-ADD6-363ABDBFD1B1}"/>
    <dgm:cxn modelId="{FF175942-61DA-4B5A-B24A-38DD2D3C2D6B}" type="presOf" srcId="{74C1A7BF-A66D-4046-8A84-4F52E1D2E35A}" destId="{E0EBAAB6-4D8F-48E7-A41D-46A2BF8313DD}" srcOrd="0" destOrd="0" presId="urn:microsoft.com/office/officeart/2005/8/layout/vList2"/>
    <dgm:cxn modelId="{380FA867-8622-4F28-8786-28E1932B2492}" type="presOf" srcId="{8A3D6A5D-8A42-4762-B5B5-53F3F13F346D}" destId="{604B9D72-0C57-4072-88AA-2AC6DA3A1D60}" srcOrd="0" destOrd="0" presId="urn:microsoft.com/office/officeart/2005/8/layout/vList2"/>
    <dgm:cxn modelId="{D563DC68-9958-4077-88FE-B7BB6E71AE81}" type="presOf" srcId="{5ED216F9-AEAA-4D1A-B075-9F0CB963C95B}" destId="{279A39FB-554F-452C-9F26-8C28783D83A5}" srcOrd="0" destOrd="0" presId="urn:microsoft.com/office/officeart/2005/8/layout/vList2"/>
    <dgm:cxn modelId="{110A076C-D2C6-4A87-8754-0345591FB1B1}" srcId="{74C1A7BF-A66D-4046-8A84-4F52E1D2E35A}" destId="{315E01E9-A641-4975-AF76-CCB5C959AA75}" srcOrd="3" destOrd="0" parTransId="{9930D74C-AB5E-42E3-81F4-A8ACF5F4C1F2}" sibTransId="{887E10E9-CEFB-4D82-80FF-84B8C55D8D5B}"/>
    <dgm:cxn modelId="{96695D6F-C695-417D-9F92-B98E8E552BB5}" srcId="{74C1A7BF-A66D-4046-8A84-4F52E1D2E35A}" destId="{AF3A6586-0912-4C08-8DE0-7A3961E8D425}" srcOrd="7" destOrd="0" parTransId="{B1DD5619-D087-4702-AF29-30741E5FFE91}" sibTransId="{26F5C985-B06C-48E3-BCDB-483B7551933E}"/>
    <dgm:cxn modelId="{2CFC1475-9506-4F01-9917-65E9B4B421D6}" srcId="{74C1A7BF-A66D-4046-8A84-4F52E1D2E35A}" destId="{86C394B8-070A-4E65-8CBE-66150A9CF6E4}" srcOrd="9" destOrd="0" parTransId="{9F21E6CC-6B81-4FF1-87F7-28650388EF8E}" sibTransId="{900D027C-D09F-4682-BB27-92370E357FDD}"/>
    <dgm:cxn modelId="{21566555-2C87-4926-9209-83770E279E1D}" type="presOf" srcId="{68752AD0-8EDD-4418-9E3E-58558565F3DA}" destId="{BE1E902C-AB15-49B9-85F6-9EFD6B0CA379}" srcOrd="0" destOrd="0" presId="urn:microsoft.com/office/officeart/2005/8/layout/vList2"/>
    <dgm:cxn modelId="{22F24576-E6D3-4CB2-AAA1-84FB3A138208}" type="presOf" srcId="{C4D56DD6-DF51-45EE-B35E-16F9F155CA2A}" destId="{E2DB4B55-A055-432D-81FD-DE4A83063040}" srcOrd="0" destOrd="0" presId="urn:microsoft.com/office/officeart/2005/8/layout/vList2"/>
    <dgm:cxn modelId="{1665C97C-DDAC-4EA4-93AD-7DE17AAD38C9}" srcId="{74C1A7BF-A66D-4046-8A84-4F52E1D2E35A}" destId="{0A0F0C7C-662F-4B0F-858C-3521D687936F}" srcOrd="1" destOrd="0" parTransId="{973AD926-4C20-4779-9433-CC389EE794D8}" sibTransId="{834E4F9F-A769-4FA6-A5B4-3B4C39FCA7DD}"/>
    <dgm:cxn modelId="{6F47C798-4BA6-4D15-9135-57570120DC02}" type="presOf" srcId="{86C394B8-070A-4E65-8CBE-66150A9CF6E4}" destId="{1292D806-751A-4DF0-A22F-89DBA26728ED}" srcOrd="0" destOrd="0" presId="urn:microsoft.com/office/officeart/2005/8/layout/vList2"/>
    <dgm:cxn modelId="{21D7949A-ACF9-4350-9103-57769A776C4E}" srcId="{74C1A7BF-A66D-4046-8A84-4F52E1D2E35A}" destId="{8A3D6A5D-8A42-4762-B5B5-53F3F13F346D}" srcOrd="2" destOrd="0" parTransId="{470DD244-8637-4B28-A6E1-64FE2F8004C1}" sibTransId="{DCDEF533-8EBB-4F5E-AD4D-2E952A0EB422}"/>
    <dgm:cxn modelId="{78E5DAB8-C4AD-4908-A740-62E295E24F93}" type="presOf" srcId="{61E11E09-EBA2-4810-9780-81E1E8D3DDFB}" destId="{37215F02-C632-4B16-AEA9-78266CFA1148}" srcOrd="0" destOrd="0" presId="urn:microsoft.com/office/officeart/2005/8/layout/vList2"/>
    <dgm:cxn modelId="{2603A3DF-B795-49F3-85D4-7965C7639572}" type="presOf" srcId="{747AE1D7-0610-45D7-A8A6-13A502AD524D}" destId="{FF6116E9-E851-4D17-A394-F143AEC75685}" srcOrd="0" destOrd="0" presId="urn:microsoft.com/office/officeart/2005/8/layout/vList2"/>
    <dgm:cxn modelId="{ED6D15BA-3B2A-4456-9A30-B6B7C6F44E7C}" type="presParOf" srcId="{E0EBAAB6-4D8F-48E7-A41D-46A2BF8313DD}" destId="{279A39FB-554F-452C-9F26-8C28783D83A5}" srcOrd="0" destOrd="0" presId="urn:microsoft.com/office/officeart/2005/8/layout/vList2"/>
    <dgm:cxn modelId="{2EF96BCF-EAAA-46C5-BA6C-8A2DE2A2500B}" type="presParOf" srcId="{E0EBAAB6-4D8F-48E7-A41D-46A2BF8313DD}" destId="{0B749184-970B-4DFE-91CD-FE6382C4CCEC}" srcOrd="1" destOrd="0" presId="urn:microsoft.com/office/officeart/2005/8/layout/vList2"/>
    <dgm:cxn modelId="{5ABE808C-41B5-4861-9D4C-7042490BCA74}" type="presParOf" srcId="{E0EBAAB6-4D8F-48E7-A41D-46A2BF8313DD}" destId="{CF9C38A0-ACCE-49CD-B02F-35CFFEE579B9}" srcOrd="2" destOrd="0" presId="urn:microsoft.com/office/officeart/2005/8/layout/vList2"/>
    <dgm:cxn modelId="{252DE2F1-E6E0-45F5-8E02-A3B9B4D72B9D}" type="presParOf" srcId="{E0EBAAB6-4D8F-48E7-A41D-46A2BF8313DD}" destId="{EBD970DA-E0E8-4695-B969-58FFFE4D6D76}" srcOrd="3" destOrd="0" presId="urn:microsoft.com/office/officeart/2005/8/layout/vList2"/>
    <dgm:cxn modelId="{442F53FD-1095-4882-86BF-FDC9D2B1A598}" type="presParOf" srcId="{E0EBAAB6-4D8F-48E7-A41D-46A2BF8313DD}" destId="{604B9D72-0C57-4072-88AA-2AC6DA3A1D60}" srcOrd="4" destOrd="0" presId="urn:microsoft.com/office/officeart/2005/8/layout/vList2"/>
    <dgm:cxn modelId="{EC0F14D6-1B6A-404B-A545-80B9FE71BCA3}" type="presParOf" srcId="{E0EBAAB6-4D8F-48E7-A41D-46A2BF8313DD}" destId="{573F5097-AF9C-498B-87C1-53A0199E8863}" srcOrd="5" destOrd="0" presId="urn:microsoft.com/office/officeart/2005/8/layout/vList2"/>
    <dgm:cxn modelId="{863EEA65-6CC6-4949-AD2D-D7F7D11F8DF9}" type="presParOf" srcId="{E0EBAAB6-4D8F-48E7-A41D-46A2BF8313DD}" destId="{A31D8B3D-8F4D-4FD8-B9A1-892E94D0E607}" srcOrd="6" destOrd="0" presId="urn:microsoft.com/office/officeart/2005/8/layout/vList2"/>
    <dgm:cxn modelId="{C557048E-7164-4CD9-AAA0-ADD6760D6073}" type="presParOf" srcId="{E0EBAAB6-4D8F-48E7-A41D-46A2BF8313DD}" destId="{09BAE76F-4575-44D0-A0A4-9D2674E6102A}" srcOrd="7" destOrd="0" presId="urn:microsoft.com/office/officeart/2005/8/layout/vList2"/>
    <dgm:cxn modelId="{8E52036A-A83F-4DA7-BC83-9D21F99FABB5}" type="presParOf" srcId="{E0EBAAB6-4D8F-48E7-A41D-46A2BF8313DD}" destId="{BE1E902C-AB15-49B9-85F6-9EFD6B0CA379}" srcOrd="8" destOrd="0" presId="urn:microsoft.com/office/officeart/2005/8/layout/vList2"/>
    <dgm:cxn modelId="{81D039A1-414E-4784-BA84-702B05D3B2D3}" type="presParOf" srcId="{E0EBAAB6-4D8F-48E7-A41D-46A2BF8313DD}" destId="{F4E20CCD-3FED-43CB-9E7E-B14AF408B399}" srcOrd="9" destOrd="0" presId="urn:microsoft.com/office/officeart/2005/8/layout/vList2"/>
    <dgm:cxn modelId="{C4934D53-5F30-495C-869E-582F4451C734}" type="presParOf" srcId="{E0EBAAB6-4D8F-48E7-A41D-46A2BF8313DD}" destId="{E2DB4B55-A055-432D-81FD-DE4A83063040}" srcOrd="10" destOrd="0" presId="urn:microsoft.com/office/officeart/2005/8/layout/vList2"/>
    <dgm:cxn modelId="{A39A30FC-AFEA-4A53-BC3C-1200AC410277}" type="presParOf" srcId="{E0EBAAB6-4D8F-48E7-A41D-46A2BF8313DD}" destId="{C4C850E2-4809-4714-9DB8-6D11C07BF61C}" srcOrd="11" destOrd="0" presId="urn:microsoft.com/office/officeart/2005/8/layout/vList2"/>
    <dgm:cxn modelId="{DB37F8FF-9890-4415-B6B0-C25FE9B4331F}" type="presParOf" srcId="{E0EBAAB6-4D8F-48E7-A41D-46A2BF8313DD}" destId="{37215F02-C632-4B16-AEA9-78266CFA1148}" srcOrd="12" destOrd="0" presId="urn:microsoft.com/office/officeart/2005/8/layout/vList2"/>
    <dgm:cxn modelId="{B42CD7A6-6468-4FCD-8A11-B39979423593}" type="presParOf" srcId="{E0EBAAB6-4D8F-48E7-A41D-46A2BF8313DD}" destId="{CFD0261D-BCEB-428C-927A-833387B116DF}" srcOrd="13" destOrd="0" presId="urn:microsoft.com/office/officeart/2005/8/layout/vList2"/>
    <dgm:cxn modelId="{81EA63FF-20E2-4610-9158-49009938E5E5}" type="presParOf" srcId="{E0EBAAB6-4D8F-48E7-A41D-46A2BF8313DD}" destId="{8D979DF9-8E09-49ED-AE03-3B10241B1982}" srcOrd="14" destOrd="0" presId="urn:microsoft.com/office/officeart/2005/8/layout/vList2"/>
    <dgm:cxn modelId="{1E16C733-0E25-41DB-B6D4-C176AA748999}" type="presParOf" srcId="{E0EBAAB6-4D8F-48E7-A41D-46A2BF8313DD}" destId="{907D3D7E-3106-49F2-AF93-92F80D1BDEF4}" srcOrd="15" destOrd="0" presId="urn:microsoft.com/office/officeart/2005/8/layout/vList2"/>
    <dgm:cxn modelId="{1DB1FD63-FAEC-415F-8411-F850E2E3566B}" type="presParOf" srcId="{E0EBAAB6-4D8F-48E7-A41D-46A2BF8313DD}" destId="{FF6116E9-E851-4D17-A394-F143AEC75685}" srcOrd="16" destOrd="0" presId="urn:microsoft.com/office/officeart/2005/8/layout/vList2"/>
    <dgm:cxn modelId="{1C8A5020-1834-4D7D-9444-9B2EC505277C}" type="presParOf" srcId="{E0EBAAB6-4D8F-48E7-A41D-46A2BF8313DD}" destId="{F055B9EE-DC30-4C3F-AF99-65E8E27B87FA}" srcOrd="17" destOrd="0" presId="urn:microsoft.com/office/officeart/2005/8/layout/vList2"/>
    <dgm:cxn modelId="{1D6297BD-C487-4BB5-A750-FDE66F49E561}" type="presParOf" srcId="{E0EBAAB6-4D8F-48E7-A41D-46A2BF8313DD}" destId="{1292D806-751A-4DF0-A22F-89DBA26728ED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43F0887-A975-4196-8CA6-5DEFBF6426E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A625A4-9DB0-408D-89FE-C1B81A316926}">
      <dgm:prSet/>
      <dgm:spPr/>
      <dgm:t>
        <a:bodyPr/>
        <a:lstStyle/>
        <a:p>
          <a:r>
            <a:rPr lang="en-US"/>
            <a:t>Apply functional programming concepts to achieve compile safety</a:t>
          </a:r>
        </a:p>
      </dgm:t>
    </dgm:pt>
    <dgm:pt modelId="{843F38F0-F310-406B-B9F2-1920DE7D931E}" type="parTrans" cxnId="{DC2FA366-3037-4E2B-85DC-A4BA86E17D93}">
      <dgm:prSet/>
      <dgm:spPr/>
      <dgm:t>
        <a:bodyPr/>
        <a:lstStyle/>
        <a:p>
          <a:endParaRPr lang="en-US"/>
        </a:p>
      </dgm:t>
    </dgm:pt>
    <dgm:pt modelId="{7022C144-7D6A-40CC-B0D7-E99E85668497}" type="sibTrans" cxnId="{DC2FA366-3037-4E2B-85DC-A4BA86E17D93}">
      <dgm:prSet/>
      <dgm:spPr/>
      <dgm:t>
        <a:bodyPr/>
        <a:lstStyle/>
        <a:p>
          <a:endParaRPr lang="en-US"/>
        </a:p>
      </dgm:t>
    </dgm:pt>
    <dgm:pt modelId="{FD253B66-63C3-46A5-89C5-F9B1D248CDC7}">
      <dgm:prSet/>
      <dgm:spPr/>
      <dgm:t>
        <a:bodyPr/>
        <a:lstStyle/>
        <a:p>
          <a:r>
            <a:rPr lang="en-US"/>
            <a:t>Declare the contract of what your code can do</a:t>
          </a:r>
        </a:p>
      </dgm:t>
    </dgm:pt>
    <dgm:pt modelId="{2F1404C4-2DA7-4391-AC54-EF7E03C581F0}" type="parTrans" cxnId="{5FE727BA-0B44-495B-BA64-CECCE036FFBD}">
      <dgm:prSet/>
      <dgm:spPr/>
      <dgm:t>
        <a:bodyPr/>
        <a:lstStyle/>
        <a:p>
          <a:endParaRPr lang="en-US"/>
        </a:p>
      </dgm:t>
    </dgm:pt>
    <dgm:pt modelId="{EFFDE402-6352-4A6A-BB3A-E9510C33528A}" type="sibTrans" cxnId="{5FE727BA-0B44-495B-BA64-CECCE036FFBD}">
      <dgm:prSet/>
      <dgm:spPr/>
      <dgm:t>
        <a:bodyPr/>
        <a:lstStyle/>
        <a:p>
          <a:endParaRPr lang="en-US"/>
        </a:p>
      </dgm:t>
    </dgm:pt>
    <dgm:pt modelId="{5D877E36-34D1-4080-B371-19F5DA32C95E}">
      <dgm:prSet/>
      <dgm:spPr/>
      <dgm:t>
        <a:bodyPr/>
        <a:lstStyle/>
        <a:p>
          <a:r>
            <a:rPr lang="en-US"/>
            <a:t>Follow SOLID principles</a:t>
          </a:r>
        </a:p>
      </dgm:t>
    </dgm:pt>
    <dgm:pt modelId="{91A0E72C-3106-46B8-80E6-5C4E02A1CA6D}" type="parTrans" cxnId="{ED3850DE-1DC2-4C65-9EE7-999AB9BE4F92}">
      <dgm:prSet/>
      <dgm:spPr/>
      <dgm:t>
        <a:bodyPr/>
        <a:lstStyle/>
        <a:p>
          <a:endParaRPr lang="en-US"/>
        </a:p>
      </dgm:t>
    </dgm:pt>
    <dgm:pt modelId="{4A112113-A0AD-4D73-AE53-25C8CB41C45D}" type="sibTrans" cxnId="{ED3850DE-1DC2-4C65-9EE7-999AB9BE4F92}">
      <dgm:prSet/>
      <dgm:spPr/>
      <dgm:t>
        <a:bodyPr/>
        <a:lstStyle/>
        <a:p>
          <a:endParaRPr lang="en-US"/>
        </a:p>
      </dgm:t>
    </dgm:pt>
    <dgm:pt modelId="{31FE26DD-5E46-49EC-8218-AC7B04ECCB13}" type="pres">
      <dgm:prSet presAssocID="{F43F0887-A975-4196-8CA6-5DEFBF6426EF}" presName="root" presStyleCnt="0">
        <dgm:presLayoutVars>
          <dgm:dir/>
          <dgm:resizeHandles val="exact"/>
        </dgm:presLayoutVars>
      </dgm:prSet>
      <dgm:spPr/>
    </dgm:pt>
    <dgm:pt modelId="{78855B40-7D69-4FDB-A61E-24C791442776}" type="pres">
      <dgm:prSet presAssocID="{68A625A4-9DB0-408D-89FE-C1B81A316926}" presName="compNode" presStyleCnt="0"/>
      <dgm:spPr/>
    </dgm:pt>
    <dgm:pt modelId="{4907EA38-ED72-4184-B2BD-B2825036E399}" type="pres">
      <dgm:prSet presAssocID="{68A625A4-9DB0-408D-89FE-C1B81A316926}" presName="bgRect" presStyleLbl="bgShp" presStyleIdx="0" presStyleCnt="3"/>
      <dgm:spPr/>
    </dgm:pt>
    <dgm:pt modelId="{3937EE04-E89E-4432-A642-78875A74107F}" type="pres">
      <dgm:prSet presAssocID="{68A625A4-9DB0-408D-89FE-C1B81A31692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8ADE4AF-0E8C-4D9F-AD9C-2A5D6411E597}" type="pres">
      <dgm:prSet presAssocID="{68A625A4-9DB0-408D-89FE-C1B81A316926}" presName="spaceRect" presStyleCnt="0"/>
      <dgm:spPr/>
    </dgm:pt>
    <dgm:pt modelId="{7C20545B-4E03-4D46-9E5B-7E6E4004B60E}" type="pres">
      <dgm:prSet presAssocID="{68A625A4-9DB0-408D-89FE-C1B81A316926}" presName="parTx" presStyleLbl="revTx" presStyleIdx="0" presStyleCnt="3">
        <dgm:presLayoutVars>
          <dgm:chMax val="0"/>
          <dgm:chPref val="0"/>
        </dgm:presLayoutVars>
      </dgm:prSet>
      <dgm:spPr/>
    </dgm:pt>
    <dgm:pt modelId="{A45E7785-1728-484A-8F56-0C2DCC899D03}" type="pres">
      <dgm:prSet presAssocID="{7022C144-7D6A-40CC-B0D7-E99E85668497}" presName="sibTrans" presStyleCnt="0"/>
      <dgm:spPr/>
    </dgm:pt>
    <dgm:pt modelId="{38495108-A90F-405A-8004-4D831C95B9C3}" type="pres">
      <dgm:prSet presAssocID="{FD253B66-63C3-46A5-89C5-F9B1D248CDC7}" presName="compNode" presStyleCnt="0"/>
      <dgm:spPr/>
    </dgm:pt>
    <dgm:pt modelId="{6CC31386-ED69-4207-8DF4-F967B2087016}" type="pres">
      <dgm:prSet presAssocID="{FD253B66-63C3-46A5-89C5-F9B1D248CDC7}" presName="bgRect" presStyleLbl="bgShp" presStyleIdx="1" presStyleCnt="3"/>
      <dgm:spPr/>
    </dgm:pt>
    <dgm:pt modelId="{8F0A7D12-18DA-4447-A351-0961E1F9F623}" type="pres">
      <dgm:prSet presAssocID="{FD253B66-63C3-46A5-89C5-F9B1D248CDC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ract"/>
        </a:ext>
      </dgm:extLst>
    </dgm:pt>
    <dgm:pt modelId="{F1C4A5B2-CACC-4B04-AE65-FDDE3B106CC2}" type="pres">
      <dgm:prSet presAssocID="{FD253B66-63C3-46A5-89C5-F9B1D248CDC7}" presName="spaceRect" presStyleCnt="0"/>
      <dgm:spPr/>
    </dgm:pt>
    <dgm:pt modelId="{8D4A0221-59C4-41D5-BD3E-268152B739CE}" type="pres">
      <dgm:prSet presAssocID="{FD253B66-63C3-46A5-89C5-F9B1D248CDC7}" presName="parTx" presStyleLbl="revTx" presStyleIdx="1" presStyleCnt="3">
        <dgm:presLayoutVars>
          <dgm:chMax val="0"/>
          <dgm:chPref val="0"/>
        </dgm:presLayoutVars>
      </dgm:prSet>
      <dgm:spPr/>
    </dgm:pt>
    <dgm:pt modelId="{16CC87E9-A9A5-4394-A747-7A32413207CB}" type="pres">
      <dgm:prSet presAssocID="{EFFDE402-6352-4A6A-BB3A-E9510C33528A}" presName="sibTrans" presStyleCnt="0"/>
      <dgm:spPr/>
    </dgm:pt>
    <dgm:pt modelId="{654A310E-4740-41FF-992C-02C0424795B1}" type="pres">
      <dgm:prSet presAssocID="{5D877E36-34D1-4080-B371-19F5DA32C95E}" presName="compNode" presStyleCnt="0"/>
      <dgm:spPr/>
    </dgm:pt>
    <dgm:pt modelId="{57CF24C7-104C-4F96-B466-B53A0BDC6A9D}" type="pres">
      <dgm:prSet presAssocID="{5D877E36-34D1-4080-B371-19F5DA32C95E}" presName="bgRect" presStyleLbl="bgShp" presStyleIdx="2" presStyleCnt="3"/>
      <dgm:spPr/>
    </dgm:pt>
    <dgm:pt modelId="{CEC48935-1600-4669-A65B-EC98BFF039BE}" type="pres">
      <dgm:prSet presAssocID="{5D877E36-34D1-4080-B371-19F5DA32C95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64108D4-03FB-4181-95E4-3FEACF0ABA51}" type="pres">
      <dgm:prSet presAssocID="{5D877E36-34D1-4080-B371-19F5DA32C95E}" presName="spaceRect" presStyleCnt="0"/>
      <dgm:spPr/>
    </dgm:pt>
    <dgm:pt modelId="{81561CC6-A7C0-47EA-A8D9-D937837FED0A}" type="pres">
      <dgm:prSet presAssocID="{5D877E36-34D1-4080-B371-19F5DA32C95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EE22C0B-70DD-49C5-B66D-E744F54D7E27}" type="presOf" srcId="{68A625A4-9DB0-408D-89FE-C1B81A316926}" destId="{7C20545B-4E03-4D46-9E5B-7E6E4004B60E}" srcOrd="0" destOrd="0" presId="urn:microsoft.com/office/officeart/2018/2/layout/IconVerticalSolidList"/>
    <dgm:cxn modelId="{380EBF24-82A9-4F6A-B104-30533613E76F}" type="presOf" srcId="{5D877E36-34D1-4080-B371-19F5DA32C95E}" destId="{81561CC6-A7C0-47EA-A8D9-D937837FED0A}" srcOrd="0" destOrd="0" presId="urn:microsoft.com/office/officeart/2018/2/layout/IconVerticalSolidList"/>
    <dgm:cxn modelId="{DC2FA366-3037-4E2B-85DC-A4BA86E17D93}" srcId="{F43F0887-A975-4196-8CA6-5DEFBF6426EF}" destId="{68A625A4-9DB0-408D-89FE-C1B81A316926}" srcOrd="0" destOrd="0" parTransId="{843F38F0-F310-406B-B9F2-1920DE7D931E}" sibTransId="{7022C144-7D6A-40CC-B0D7-E99E85668497}"/>
    <dgm:cxn modelId="{5A26BD4E-E675-401B-A04D-9B14481A872D}" type="presOf" srcId="{F43F0887-A975-4196-8CA6-5DEFBF6426EF}" destId="{31FE26DD-5E46-49EC-8218-AC7B04ECCB13}" srcOrd="0" destOrd="0" presId="urn:microsoft.com/office/officeart/2018/2/layout/IconVerticalSolidList"/>
    <dgm:cxn modelId="{5FE727BA-0B44-495B-BA64-CECCE036FFBD}" srcId="{F43F0887-A975-4196-8CA6-5DEFBF6426EF}" destId="{FD253B66-63C3-46A5-89C5-F9B1D248CDC7}" srcOrd="1" destOrd="0" parTransId="{2F1404C4-2DA7-4391-AC54-EF7E03C581F0}" sibTransId="{EFFDE402-6352-4A6A-BB3A-E9510C33528A}"/>
    <dgm:cxn modelId="{16E727DD-539F-44E6-B144-5D858C091274}" type="presOf" srcId="{FD253B66-63C3-46A5-89C5-F9B1D248CDC7}" destId="{8D4A0221-59C4-41D5-BD3E-268152B739CE}" srcOrd="0" destOrd="0" presId="urn:microsoft.com/office/officeart/2018/2/layout/IconVerticalSolidList"/>
    <dgm:cxn modelId="{ED3850DE-1DC2-4C65-9EE7-999AB9BE4F92}" srcId="{F43F0887-A975-4196-8CA6-5DEFBF6426EF}" destId="{5D877E36-34D1-4080-B371-19F5DA32C95E}" srcOrd="2" destOrd="0" parTransId="{91A0E72C-3106-46B8-80E6-5C4E02A1CA6D}" sibTransId="{4A112113-A0AD-4D73-AE53-25C8CB41C45D}"/>
    <dgm:cxn modelId="{1A4FAC2E-AEDD-4244-9DD6-E16DB80608DE}" type="presParOf" srcId="{31FE26DD-5E46-49EC-8218-AC7B04ECCB13}" destId="{78855B40-7D69-4FDB-A61E-24C791442776}" srcOrd="0" destOrd="0" presId="urn:microsoft.com/office/officeart/2018/2/layout/IconVerticalSolidList"/>
    <dgm:cxn modelId="{A4C3EB4A-C7CE-4780-8453-480CB30DA42A}" type="presParOf" srcId="{78855B40-7D69-4FDB-A61E-24C791442776}" destId="{4907EA38-ED72-4184-B2BD-B2825036E399}" srcOrd="0" destOrd="0" presId="urn:microsoft.com/office/officeart/2018/2/layout/IconVerticalSolidList"/>
    <dgm:cxn modelId="{A12E4000-DE6F-47D3-ACB1-85F177B05A92}" type="presParOf" srcId="{78855B40-7D69-4FDB-A61E-24C791442776}" destId="{3937EE04-E89E-4432-A642-78875A74107F}" srcOrd="1" destOrd="0" presId="urn:microsoft.com/office/officeart/2018/2/layout/IconVerticalSolidList"/>
    <dgm:cxn modelId="{3707311A-2E29-46D5-B99A-9704A8B30082}" type="presParOf" srcId="{78855B40-7D69-4FDB-A61E-24C791442776}" destId="{C8ADE4AF-0E8C-4D9F-AD9C-2A5D6411E597}" srcOrd="2" destOrd="0" presId="urn:microsoft.com/office/officeart/2018/2/layout/IconVerticalSolidList"/>
    <dgm:cxn modelId="{BF3340C3-AAC4-4E21-A406-3036D2281CEE}" type="presParOf" srcId="{78855B40-7D69-4FDB-A61E-24C791442776}" destId="{7C20545B-4E03-4D46-9E5B-7E6E4004B60E}" srcOrd="3" destOrd="0" presId="urn:microsoft.com/office/officeart/2018/2/layout/IconVerticalSolidList"/>
    <dgm:cxn modelId="{3F21A4EC-3223-4BE2-922E-3DEC95E76547}" type="presParOf" srcId="{31FE26DD-5E46-49EC-8218-AC7B04ECCB13}" destId="{A45E7785-1728-484A-8F56-0C2DCC899D03}" srcOrd="1" destOrd="0" presId="urn:microsoft.com/office/officeart/2018/2/layout/IconVerticalSolidList"/>
    <dgm:cxn modelId="{D2DB6440-1818-4EA3-95F9-B9ECBD5D3817}" type="presParOf" srcId="{31FE26DD-5E46-49EC-8218-AC7B04ECCB13}" destId="{38495108-A90F-405A-8004-4D831C95B9C3}" srcOrd="2" destOrd="0" presId="urn:microsoft.com/office/officeart/2018/2/layout/IconVerticalSolidList"/>
    <dgm:cxn modelId="{24FD484F-CB74-4267-AAC2-0A96CE9A9106}" type="presParOf" srcId="{38495108-A90F-405A-8004-4D831C95B9C3}" destId="{6CC31386-ED69-4207-8DF4-F967B2087016}" srcOrd="0" destOrd="0" presId="urn:microsoft.com/office/officeart/2018/2/layout/IconVerticalSolidList"/>
    <dgm:cxn modelId="{35201186-AD1B-4CC0-8B0B-A861381CE332}" type="presParOf" srcId="{38495108-A90F-405A-8004-4D831C95B9C3}" destId="{8F0A7D12-18DA-4447-A351-0961E1F9F623}" srcOrd="1" destOrd="0" presId="urn:microsoft.com/office/officeart/2018/2/layout/IconVerticalSolidList"/>
    <dgm:cxn modelId="{418B50C5-11E9-48E6-BD0D-31A594ED0E55}" type="presParOf" srcId="{38495108-A90F-405A-8004-4D831C95B9C3}" destId="{F1C4A5B2-CACC-4B04-AE65-FDDE3B106CC2}" srcOrd="2" destOrd="0" presId="urn:microsoft.com/office/officeart/2018/2/layout/IconVerticalSolidList"/>
    <dgm:cxn modelId="{08163E41-990A-4430-981D-C69688D75F3C}" type="presParOf" srcId="{38495108-A90F-405A-8004-4D831C95B9C3}" destId="{8D4A0221-59C4-41D5-BD3E-268152B739CE}" srcOrd="3" destOrd="0" presId="urn:microsoft.com/office/officeart/2018/2/layout/IconVerticalSolidList"/>
    <dgm:cxn modelId="{A8708361-ED61-4845-B17B-B83870364E25}" type="presParOf" srcId="{31FE26DD-5E46-49EC-8218-AC7B04ECCB13}" destId="{16CC87E9-A9A5-4394-A747-7A32413207CB}" srcOrd="3" destOrd="0" presId="urn:microsoft.com/office/officeart/2018/2/layout/IconVerticalSolidList"/>
    <dgm:cxn modelId="{01AC3B20-5FE3-46E6-B5BA-5034A05CC746}" type="presParOf" srcId="{31FE26DD-5E46-49EC-8218-AC7B04ECCB13}" destId="{654A310E-4740-41FF-992C-02C0424795B1}" srcOrd="4" destOrd="0" presId="urn:microsoft.com/office/officeart/2018/2/layout/IconVerticalSolidList"/>
    <dgm:cxn modelId="{EE143461-0AD7-4ADC-8C47-0CC0C22B4818}" type="presParOf" srcId="{654A310E-4740-41FF-992C-02C0424795B1}" destId="{57CF24C7-104C-4F96-B466-B53A0BDC6A9D}" srcOrd="0" destOrd="0" presId="urn:microsoft.com/office/officeart/2018/2/layout/IconVerticalSolidList"/>
    <dgm:cxn modelId="{ACEA221B-805A-45F8-9A3D-A6B9DD91DD0D}" type="presParOf" srcId="{654A310E-4740-41FF-992C-02C0424795B1}" destId="{CEC48935-1600-4669-A65B-EC98BFF039BE}" srcOrd="1" destOrd="0" presId="urn:microsoft.com/office/officeart/2018/2/layout/IconVerticalSolidList"/>
    <dgm:cxn modelId="{444D74C8-C81E-4663-A436-ACD7880BB435}" type="presParOf" srcId="{654A310E-4740-41FF-992C-02C0424795B1}" destId="{B64108D4-03FB-4181-95E4-3FEACF0ABA51}" srcOrd="2" destOrd="0" presId="urn:microsoft.com/office/officeart/2018/2/layout/IconVerticalSolidList"/>
    <dgm:cxn modelId="{3F9E22A8-3AF7-42F1-A9D4-7CFBFABB24C8}" type="presParOf" srcId="{654A310E-4740-41FF-992C-02C0424795B1}" destId="{81561CC6-A7C0-47EA-A8D9-D937837FED0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A39FB-554F-452C-9F26-8C28783D83A5}">
      <dsp:nvSpPr>
        <dsp:cNvPr id="0" name=""/>
        <dsp:cNvSpPr/>
      </dsp:nvSpPr>
      <dsp:spPr>
        <a:xfrm>
          <a:off x="0" y="65439"/>
          <a:ext cx="3993357" cy="2638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Basic implementation</a:t>
          </a:r>
          <a:endParaRPr lang="en-US" sz="1100" kern="1200" dirty="0"/>
        </a:p>
      </dsp:txBody>
      <dsp:txXfrm>
        <a:off x="12879" y="78318"/>
        <a:ext cx="3967599" cy="238077"/>
      </dsp:txXfrm>
    </dsp:sp>
    <dsp:sp modelId="{CF9C38A0-ACCE-49CD-B02F-35CFFEE579B9}">
      <dsp:nvSpPr>
        <dsp:cNvPr id="0" name=""/>
        <dsp:cNvSpPr/>
      </dsp:nvSpPr>
      <dsp:spPr>
        <a:xfrm>
          <a:off x="0" y="360954"/>
          <a:ext cx="3993357" cy="2638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Switch to pattern matching</a:t>
          </a:r>
          <a:endParaRPr lang="en-US" sz="1100" kern="1200" dirty="0"/>
        </a:p>
      </dsp:txBody>
      <dsp:txXfrm>
        <a:off x="12879" y="373833"/>
        <a:ext cx="3967599" cy="238077"/>
      </dsp:txXfrm>
    </dsp:sp>
    <dsp:sp modelId="{604B9D72-0C57-4072-88AA-2AC6DA3A1D60}">
      <dsp:nvSpPr>
        <dsp:cNvPr id="0" name=""/>
        <dsp:cNvSpPr/>
      </dsp:nvSpPr>
      <dsp:spPr>
        <a:xfrm>
          <a:off x="0" y="656469"/>
          <a:ext cx="3993357" cy="2638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Switch to Visitor pattern</a:t>
          </a:r>
          <a:endParaRPr lang="en-US" sz="1100" kern="1200" dirty="0"/>
        </a:p>
      </dsp:txBody>
      <dsp:txXfrm>
        <a:off x="12879" y="669348"/>
        <a:ext cx="3967599" cy="238077"/>
      </dsp:txXfrm>
    </dsp:sp>
    <dsp:sp modelId="{A31D8B3D-8F4D-4FD8-B9A1-892E94D0E607}">
      <dsp:nvSpPr>
        <dsp:cNvPr id="0" name=""/>
        <dsp:cNvSpPr/>
      </dsp:nvSpPr>
      <dsp:spPr>
        <a:xfrm>
          <a:off x="0" y="951985"/>
          <a:ext cx="3993357" cy="2638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Extend implementation</a:t>
          </a:r>
          <a:endParaRPr lang="en-US" sz="1100" kern="1200" dirty="0"/>
        </a:p>
      </dsp:txBody>
      <dsp:txXfrm>
        <a:off x="12879" y="964864"/>
        <a:ext cx="3967599" cy="238077"/>
      </dsp:txXfrm>
    </dsp:sp>
    <dsp:sp modelId="{BE1E902C-AB15-49B9-85F6-9EFD6B0CA379}">
      <dsp:nvSpPr>
        <dsp:cNvPr id="0" name=""/>
        <dsp:cNvSpPr/>
      </dsp:nvSpPr>
      <dsp:spPr>
        <a:xfrm>
          <a:off x="0" y="1247500"/>
          <a:ext cx="3993357" cy="2638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- Visitor with state</a:t>
          </a:r>
          <a:endParaRPr lang="en-US" sz="1100" kern="1200" dirty="0"/>
        </a:p>
      </dsp:txBody>
      <dsp:txXfrm>
        <a:off x="12879" y="1260379"/>
        <a:ext cx="3967599" cy="238077"/>
      </dsp:txXfrm>
    </dsp:sp>
    <dsp:sp modelId="{E2DB4B55-A055-432D-81FD-DE4A83063040}">
      <dsp:nvSpPr>
        <dsp:cNvPr id="0" name=""/>
        <dsp:cNvSpPr/>
      </dsp:nvSpPr>
      <dsp:spPr>
        <a:xfrm>
          <a:off x="0" y="1543015"/>
          <a:ext cx="3993357" cy="2638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- Visitor with currying</a:t>
          </a:r>
          <a:endParaRPr lang="en-US" sz="1100" kern="1200" dirty="0"/>
        </a:p>
      </dsp:txBody>
      <dsp:txXfrm>
        <a:off x="12879" y="1555894"/>
        <a:ext cx="3967599" cy="238077"/>
      </dsp:txXfrm>
    </dsp:sp>
    <dsp:sp modelId="{37215F02-C632-4B16-AEA9-78266CFA1148}">
      <dsp:nvSpPr>
        <dsp:cNvPr id="0" name=""/>
        <dsp:cNvSpPr/>
      </dsp:nvSpPr>
      <dsp:spPr>
        <a:xfrm>
          <a:off x="0" y="1838530"/>
          <a:ext cx="3993357" cy="2638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- Universal visitor</a:t>
          </a:r>
          <a:endParaRPr lang="en-US" sz="1100" kern="1200" dirty="0"/>
        </a:p>
      </dsp:txBody>
      <dsp:txXfrm>
        <a:off x="12879" y="1851409"/>
        <a:ext cx="3967599" cy="238077"/>
      </dsp:txXfrm>
    </dsp:sp>
    <dsp:sp modelId="{8D979DF9-8E09-49ED-AE03-3B10241B1982}">
      <dsp:nvSpPr>
        <dsp:cNvPr id="0" name=""/>
        <dsp:cNvSpPr/>
      </dsp:nvSpPr>
      <dsp:spPr>
        <a:xfrm>
          <a:off x="0" y="2134045"/>
          <a:ext cx="3993357" cy="2638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Compare with switch</a:t>
          </a:r>
          <a:endParaRPr lang="en-US" sz="1100" kern="1200" dirty="0"/>
        </a:p>
      </dsp:txBody>
      <dsp:txXfrm>
        <a:off x="12879" y="2146924"/>
        <a:ext cx="3967599" cy="238077"/>
      </dsp:txXfrm>
    </dsp:sp>
    <dsp:sp modelId="{FF6116E9-E851-4D17-A394-F143AEC75685}">
      <dsp:nvSpPr>
        <dsp:cNvPr id="0" name=""/>
        <dsp:cNvSpPr/>
      </dsp:nvSpPr>
      <dsp:spPr>
        <a:xfrm>
          <a:off x="0" y="2429560"/>
          <a:ext cx="3993357" cy="2638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Production examples</a:t>
          </a:r>
        </a:p>
      </dsp:txBody>
      <dsp:txXfrm>
        <a:off x="12879" y="2442439"/>
        <a:ext cx="3967599" cy="238077"/>
      </dsp:txXfrm>
    </dsp:sp>
    <dsp:sp modelId="{1292D806-751A-4DF0-A22F-89DBA26728ED}">
      <dsp:nvSpPr>
        <dsp:cNvPr id="0" name=""/>
        <dsp:cNvSpPr/>
      </dsp:nvSpPr>
      <dsp:spPr>
        <a:xfrm>
          <a:off x="0" y="2725075"/>
          <a:ext cx="3993357" cy="2638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Calibri Light"/>
            </a:rPr>
            <a:t>Homework</a:t>
          </a:r>
        </a:p>
      </dsp:txBody>
      <dsp:txXfrm>
        <a:off x="12879" y="2737954"/>
        <a:ext cx="3967599" cy="2380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07EA38-ED72-4184-B2BD-B2825036E399}">
      <dsp:nvSpPr>
        <dsp:cNvPr id="0" name=""/>
        <dsp:cNvSpPr/>
      </dsp:nvSpPr>
      <dsp:spPr>
        <a:xfrm>
          <a:off x="0" y="372"/>
          <a:ext cx="3993357" cy="87245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37EE04-E89E-4432-A642-78875A74107F}">
      <dsp:nvSpPr>
        <dsp:cNvPr id="0" name=""/>
        <dsp:cNvSpPr/>
      </dsp:nvSpPr>
      <dsp:spPr>
        <a:xfrm>
          <a:off x="263918" y="196675"/>
          <a:ext cx="479852" cy="4798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20545B-4E03-4D46-9E5B-7E6E4004B60E}">
      <dsp:nvSpPr>
        <dsp:cNvPr id="0" name=""/>
        <dsp:cNvSpPr/>
      </dsp:nvSpPr>
      <dsp:spPr>
        <a:xfrm>
          <a:off x="1007689" y="372"/>
          <a:ext cx="2985667" cy="872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335" tIns="92335" rIns="92335" bIns="9233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Apply functional programming concepts to achieve compile safety</a:t>
          </a:r>
        </a:p>
      </dsp:txBody>
      <dsp:txXfrm>
        <a:off x="1007689" y="372"/>
        <a:ext cx="2985667" cy="872458"/>
      </dsp:txXfrm>
    </dsp:sp>
    <dsp:sp modelId="{6CC31386-ED69-4207-8DF4-F967B2087016}">
      <dsp:nvSpPr>
        <dsp:cNvPr id="0" name=""/>
        <dsp:cNvSpPr/>
      </dsp:nvSpPr>
      <dsp:spPr>
        <a:xfrm>
          <a:off x="0" y="1090945"/>
          <a:ext cx="3993357" cy="87245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0A7D12-18DA-4447-A351-0961E1F9F623}">
      <dsp:nvSpPr>
        <dsp:cNvPr id="0" name=""/>
        <dsp:cNvSpPr/>
      </dsp:nvSpPr>
      <dsp:spPr>
        <a:xfrm>
          <a:off x="263918" y="1287248"/>
          <a:ext cx="479852" cy="4798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4A0221-59C4-41D5-BD3E-268152B739CE}">
      <dsp:nvSpPr>
        <dsp:cNvPr id="0" name=""/>
        <dsp:cNvSpPr/>
      </dsp:nvSpPr>
      <dsp:spPr>
        <a:xfrm>
          <a:off x="1007689" y="1090945"/>
          <a:ext cx="2985667" cy="872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335" tIns="92335" rIns="92335" bIns="9233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Declare the contract of what your code can do</a:t>
          </a:r>
        </a:p>
      </dsp:txBody>
      <dsp:txXfrm>
        <a:off x="1007689" y="1090945"/>
        <a:ext cx="2985667" cy="872458"/>
      </dsp:txXfrm>
    </dsp:sp>
    <dsp:sp modelId="{57CF24C7-104C-4F96-B466-B53A0BDC6A9D}">
      <dsp:nvSpPr>
        <dsp:cNvPr id="0" name=""/>
        <dsp:cNvSpPr/>
      </dsp:nvSpPr>
      <dsp:spPr>
        <a:xfrm>
          <a:off x="0" y="2181518"/>
          <a:ext cx="3993357" cy="87245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C48935-1600-4669-A65B-EC98BFF039BE}">
      <dsp:nvSpPr>
        <dsp:cNvPr id="0" name=""/>
        <dsp:cNvSpPr/>
      </dsp:nvSpPr>
      <dsp:spPr>
        <a:xfrm>
          <a:off x="263918" y="2377821"/>
          <a:ext cx="479852" cy="4798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561CC6-A7C0-47EA-A8D9-D937837FED0A}">
      <dsp:nvSpPr>
        <dsp:cNvPr id="0" name=""/>
        <dsp:cNvSpPr/>
      </dsp:nvSpPr>
      <dsp:spPr>
        <a:xfrm>
          <a:off x="1007689" y="2181518"/>
          <a:ext cx="2985667" cy="872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335" tIns="92335" rIns="92335" bIns="9233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Follow SOLID principles</a:t>
          </a:r>
        </a:p>
      </dsp:txBody>
      <dsp:txXfrm>
        <a:off x="1007689" y="2181518"/>
        <a:ext cx="2985667" cy="8724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DC14FC-A894-4869-A797-1EC82735D106}" type="datetimeFigureOut">
              <a:rPr lang="en-US" smtClean="0"/>
              <a:t>4/30/2025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33E97-F2BE-44DB-A57D-0C85E2CBF5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7781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99C05-63F9-4248-8E20-3ACD9DF9DE7F}" type="datetimeFigureOut">
              <a:rPr lang="en-US" smtClean="0"/>
              <a:t>4/30/2025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74FABB-6DBE-47C4-B626-20167906F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864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1466" y="1412416"/>
            <a:ext cx="4315968" cy="142192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add title here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tIns="0" anchor="ctr" anchorCtr="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DATE OR VENUE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31466" y="3049747"/>
            <a:ext cx="4315968" cy="313932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Please add subtitle here</a:t>
            </a:r>
          </a:p>
        </p:txBody>
      </p:sp>
      <p:pic>
        <p:nvPicPr>
          <p:cNvPr id="5" name="Picture Placeholder 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33937" y="0"/>
            <a:ext cx="3810000" cy="514350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5333937" y="0"/>
            <a:ext cx="3810000" cy="5143500"/>
          </a:xfrm>
          <a:prstGeom prst="rect">
            <a:avLst/>
          </a:prstGeom>
          <a:solidFill>
            <a:srgbClr val="464547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4" tIns="45717" rIns="91434" bIns="45717" rtlCol="0" anchor="ctr"/>
          <a:lstStyle/>
          <a:p>
            <a:pPr algn="ctr"/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/>
          <a:stretch/>
        </p:blipFill>
        <p:spPr>
          <a:xfrm rot="5400000">
            <a:off x="2767227" y="2306574"/>
            <a:ext cx="5143500" cy="53035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H="1" flipV="1">
            <a:off x="627880" y="511280"/>
            <a:ext cx="891284" cy="31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9780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Custom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1466" y="1412416"/>
            <a:ext cx="4315968" cy="142192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add title here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31466" y="3843769"/>
            <a:ext cx="1945326" cy="399456"/>
          </a:xfrm>
        </p:spPr>
        <p:txBody>
          <a:bodyPr tIns="0" anchor="ctr" anchorCtr="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DATE OR VENUE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31466" y="3049747"/>
            <a:ext cx="4315968" cy="313932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Please add subtitle here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5334000" y="0"/>
            <a:ext cx="3810000" cy="51435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baseline="0"/>
            </a:lvl1pPr>
          </a:lstStyle>
          <a:p>
            <a:r>
              <a:rPr lang="en-US" dirty="0"/>
              <a:t>Please add cover picture here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5073801" y="0"/>
            <a:ext cx="530352" cy="51435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H="1" flipV="1">
            <a:off x="627880" y="511280"/>
            <a:ext cx="891284" cy="3160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81AF72-7AD6-334A-BFA2-32789379DA3D}"/>
              </a:ext>
            </a:extLst>
          </p:cNvPr>
          <p:cNvSpPr txBox="1"/>
          <p:nvPr userDrawn="1"/>
        </p:nvSpPr>
        <p:spPr>
          <a:xfrm>
            <a:off x="421400" y="4877348"/>
            <a:ext cx="24221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  | 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</a:t>
            </a:r>
            <a:fld id="{8EE12364-1E27-A547-AEBD-24B950240B57}" type="datetimeyyyy">
              <a:rPr lang="en-US" sz="700" b="0" i="0" u="none" strike="noStrike" kern="1200" baseline="0" smtClean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2025</a:t>
            </a:fld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 EPAM Systems, Inc.</a:t>
            </a:r>
            <a:endParaRPr lang="en-US" sz="7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9264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E38DE0-131E-E04E-BD2E-B00FD5B34CB6}"/>
              </a:ext>
            </a:extLst>
          </p:cNvPr>
          <p:cNvSpPr txBox="1"/>
          <p:nvPr userDrawn="1"/>
        </p:nvSpPr>
        <p:spPr>
          <a:xfrm>
            <a:off x="130783" y="4877348"/>
            <a:ext cx="24221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  | 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</a:t>
            </a:r>
            <a:fld id="{4904571B-903D-6741-88C6-E4A76A07C191}" type="datetimeyyyy">
              <a:rPr lang="en-US" sz="700" b="0" i="0" u="none" strike="noStrike" kern="1200" baseline="0" smtClean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2025</a:t>
            </a:fld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 EPAM Systems, Inc.</a:t>
            </a:r>
            <a:endParaRPr lang="en-US" sz="7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07877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8" y="1079500"/>
            <a:ext cx="8429625" cy="33972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lang="en-US" sz="1100" dirty="0">
                <a:latin typeface="+mj-lt"/>
              </a:rPr>
              <a:t>In </a:t>
            </a:r>
            <a:r>
              <a:rPr lang="en-US" sz="1100" dirty="0" err="1">
                <a:latin typeface="+mj-lt"/>
              </a:rPr>
              <a:t>egestas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orci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eu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lacinia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consectetur</a:t>
            </a:r>
            <a:r>
              <a:rPr lang="en-US" sz="1100" dirty="0">
                <a:latin typeface="+mj-lt"/>
              </a:rPr>
              <a:t>. In dolor ipsum, gravida et </a:t>
            </a:r>
            <a:r>
              <a:rPr lang="en-US" sz="1100" dirty="0" err="1">
                <a:latin typeface="+mj-lt"/>
              </a:rPr>
              <a:t>sagittis</a:t>
            </a:r>
            <a:r>
              <a:rPr lang="en-US" sz="1100" dirty="0">
                <a:latin typeface="+mj-lt"/>
              </a:rPr>
              <a:t> id, </a:t>
            </a:r>
            <a:r>
              <a:rPr lang="en-US" sz="1100" dirty="0" err="1">
                <a:latin typeface="+mj-lt"/>
              </a:rPr>
              <a:t>sollicitudin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ut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nisl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Praesent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bibendum</a:t>
            </a:r>
            <a:r>
              <a:rPr lang="en-US" sz="1100" dirty="0">
                <a:latin typeface="+mj-lt"/>
              </a:rPr>
              <a:t> tempus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hendrerit</a:t>
            </a:r>
            <a:r>
              <a:rPr lang="en-US" sz="1100" dirty="0">
                <a:latin typeface="+mj-lt"/>
              </a:rPr>
              <a:t>. Nam in </a:t>
            </a:r>
            <a:r>
              <a:rPr lang="en-US" sz="1100" dirty="0" err="1">
                <a:latin typeface="+mj-lt"/>
              </a:rPr>
              <a:t>tempor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metus</a:t>
            </a:r>
            <a:r>
              <a:rPr lang="en-US" sz="1100" dirty="0">
                <a:latin typeface="+mj-lt"/>
              </a:rPr>
              <a:t>, ac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purus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Praesent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consequat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lectus</a:t>
            </a:r>
            <a:r>
              <a:rPr lang="en-US" sz="1100" dirty="0">
                <a:latin typeface="+mj-lt"/>
              </a:rPr>
              <a:t> sit </a:t>
            </a:r>
            <a:r>
              <a:rPr lang="en-US" sz="1100" dirty="0" err="1">
                <a:latin typeface="+mj-lt"/>
              </a:rPr>
              <a:t>amet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tortor</a:t>
            </a:r>
            <a:r>
              <a:rPr lang="en-US" sz="1100" dirty="0">
                <a:latin typeface="+mj-lt"/>
              </a:rPr>
              <a:t> pharetra,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venenatis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eros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lacinia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erat</a:t>
            </a:r>
            <a:r>
              <a:rPr lang="en-US" sz="1100" dirty="0">
                <a:latin typeface="+mj-lt"/>
              </a:rPr>
              <a:t> libero.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lorem </a:t>
            </a:r>
            <a:r>
              <a:rPr lang="en-US" sz="1100" dirty="0" err="1">
                <a:latin typeface="+mj-lt"/>
              </a:rPr>
              <a:t>neque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commodo</a:t>
            </a:r>
            <a:r>
              <a:rPr lang="en-US" sz="1100" dirty="0">
                <a:latin typeface="+mj-lt"/>
              </a:rPr>
              <a:t> vitae ex at, pharetra convallis </a:t>
            </a:r>
            <a:r>
              <a:rPr lang="en-US" sz="1100" dirty="0" err="1">
                <a:latin typeface="+mj-lt"/>
              </a:rPr>
              <a:t>nunc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vehicula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mauris</a:t>
            </a:r>
            <a:r>
              <a:rPr lang="en-US" sz="1100" dirty="0">
                <a:latin typeface="+mj-lt"/>
              </a:rPr>
              <a:t> ligula. </a:t>
            </a:r>
            <a:r>
              <a:rPr lang="en-US" sz="1100" dirty="0" err="1">
                <a:latin typeface="+mj-lt"/>
              </a:rPr>
              <a:t>Suspendisse</a:t>
            </a:r>
            <a:r>
              <a:rPr lang="en-US" sz="1100" dirty="0">
                <a:latin typeface="+mj-lt"/>
              </a:rPr>
              <a:t> in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congue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odio</a:t>
            </a:r>
            <a:r>
              <a:rPr lang="en-US" sz="1100" dirty="0">
                <a:latin typeface="+mj-lt"/>
              </a:rPr>
              <a:t> pharetra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. Nam </a:t>
            </a:r>
            <a:r>
              <a:rPr lang="en-US" sz="1100" dirty="0" err="1">
                <a:latin typeface="+mj-lt"/>
              </a:rPr>
              <a:t>vel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auctor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justo</a:t>
            </a:r>
            <a:r>
              <a:rPr lang="en-US" sz="1100" dirty="0">
                <a:latin typeface="+mj-lt"/>
              </a:rPr>
              <a:t>, vitae </a:t>
            </a:r>
            <a:r>
              <a:rPr lang="en-US" sz="1100" dirty="0" err="1">
                <a:latin typeface="+mj-lt"/>
              </a:rPr>
              <a:t>hendrerit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orci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Duis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sapien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viverra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bibendum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eget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pellentesque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massa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Nulla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feugiat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turpis</a:t>
            </a:r>
            <a:r>
              <a:rPr lang="en-US" sz="1100" dirty="0">
                <a:latin typeface="+mj-lt"/>
              </a:rPr>
              <a:t> et </a:t>
            </a:r>
            <a:r>
              <a:rPr lang="en-US" sz="1100" dirty="0" err="1">
                <a:latin typeface="+mj-lt"/>
              </a:rPr>
              <a:t>posuere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viverra</a:t>
            </a:r>
            <a:r>
              <a:rPr lang="en-US" sz="1100" dirty="0">
                <a:latin typeface="+mj-lt"/>
              </a:rPr>
              <a:t>, ipsum </a:t>
            </a:r>
            <a:r>
              <a:rPr lang="en-US" sz="1100" dirty="0" err="1">
                <a:latin typeface="+mj-lt"/>
              </a:rPr>
              <a:t>sem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tincidunt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est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tempor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nibh</a:t>
            </a:r>
            <a:r>
              <a:rPr lang="en-US" sz="1100" dirty="0">
                <a:latin typeface="+mj-lt"/>
              </a:rPr>
              <a:t> ante semper diam. </a:t>
            </a:r>
            <a:r>
              <a:rPr lang="en-US" sz="1100" dirty="0" err="1">
                <a:latin typeface="+mj-lt"/>
              </a:rPr>
              <a:t>Nullam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quis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euismod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neque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facilisis</a:t>
            </a:r>
            <a:r>
              <a:rPr lang="en-US" sz="1100" dirty="0">
                <a:latin typeface="+mj-lt"/>
              </a:rPr>
              <a:t> sem. </a:t>
            </a:r>
            <a:r>
              <a:rPr lang="en-US" sz="1100" dirty="0" err="1">
                <a:latin typeface="+mj-lt"/>
              </a:rPr>
              <a:t>Morbi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egestas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iaculis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dignissim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accumsan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tortor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elit</a:t>
            </a:r>
            <a:r>
              <a:rPr lang="en-US" sz="1100" dirty="0">
                <a:latin typeface="+mj-lt"/>
              </a:rPr>
              <a:t>, non </a:t>
            </a:r>
            <a:r>
              <a:rPr lang="en-US" sz="1100" dirty="0" err="1">
                <a:latin typeface="+mj-lt"/>
              </a:rPr>
              <a:t>euismod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eros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accumsan</a:t>
            </a:r>
            <a:r>
              <a:rPr lang="en-US" sz="1100" dirty="0">
                <a:latin typeface="+mj-lt"/>
              </a:rPr>
              <a:t> ac.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ultrices</a:t>
            </a:r>
            <a:r>
              <a:rPr lang="en-US" sz="1100" dirty="0">
                <a:latin typeface="+mj-lt"/>
              </a:rPr>
              <a:t> mi lorem, </a:t>
            </a:r>
            <a:r>
              <a:rPr lang="en-US" sz="1100" dirty="0" err="1">
                <a:latin typeface="+mj-lt"/>
              </a:rPr>
              <a:t>ut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dignissim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nibh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facilisis</a:t>
            </a:r>
            <a:r>
              <a:rPr lang="en-US" sz="1100" dirty="0">
                <a:latin typeface="+mj-lt"/>
              </a:rPr>
              <a:t> vel.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284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079500"/>
            <a:ext cx="3986212" cy="3397250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endParaRPr lang="en-US" dirty="0"/>
          </a:p>
          <a:p>
            <a:pPr lvl="0"/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4800600" y="1079500"/>
            <a:ext cx="3986213" cy="3397250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endParaRPr lang="en-US" dirty="0"/>
          </a:p>
          <a:p>
            <a:pPr lvl="0"/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077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8" y="1422400"/>
            <a:ext cx="8429625" cy="30543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lang="en-US" sz="1100" dirty="0">
                <a:latin typeface="+mj-lt"/>
              </a:rPr>
              <a:t>In </a:t>
            </a:r>
            <a:r>
              <a:rPr lang="en-US" sz="1100" dirty="0" err="1">
                <a:latin typeface="+mj-lt"/>
              </a:rPr>
              <a:t>egestas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orci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eu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lacinia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consectetur</a:t>
            </a:r>
            <a:r>
              <a:rPr lang="en-US" sz="1100" dirty="0">
                <a:latin typeface="+mj-lt"/>
              </a:rPr>
              <a:t>. In dolor ipsum, gravida et </a:t>
            </a:r>
            <a:r>
              <a:rPr lang="en-US" sz="1100" dirty="0" err="1">
                <a:latin typeface="+mj-lt"/>
              </a:rPr>
              <a:t>sagittis</a:t>
            </a:r>
            <a:r>
              <a:rPr lang="en-US" sz="1100" dirty="0">
                <a:latin typeface="+mj-lt"/>
              </a:rPr>
              <a:t> id, </a:t>
            </a:r>
            <a:r>
              <a:rPr lang="en-US" sz="1100" dirty="0" err="1">
                <a:latin typeface="+mj-lt"/>
              </a:rPr>
              <a:t>sollicitudin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ut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nisl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Praesent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bibendum</a:t>
            </a:r>
            <a:r>
              <a:rPr lang="en-US" sz="1100" dirty="0">
                <a:latin typeface="+mj-lt"/>
              </a:rPr>
              <a:t> tempus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hendrerit</a:t>
            </a:r>
            <a:r>
              <a:rPr lang="en-US" sz="1100" dirty="0">
                <a:latin typeface="+mj-lt"/>
              </a:rPr>
              <a:t>. Nam in </a:t>
            </a:r>
            <a:r>
              <a:rPr lang="en-US" sz="1100" dirty="0" err="1">
                <a:latin typeface="+mj-lt"/>
              </a:rPr>
              <a:t>tempor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metus</a:t>
            </a:r>
            <a:r>
              <a:rPr lang="en-US" sz="1100" dirty="0">
                <a:latin typeface="+mj-lt"/>
              </a:rPr>
              <a:t>, ac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purus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Praesent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consequat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lectus</a:t>
            </a:r>
            <a:r>
              <a:rPr lang="en-US" sz="1100" dirty="0">
                <a:latin typeface="+mj-lt"/>
              </a:rPr>
              <a:t> sit </a:t>
            </a:r>
            <a:r>
              <a:rPr lang="en-US" sz="1100" dirty="0" err="1">
                <a:latin typeface="+mj-lt"/>
              </a:rPr>
              <a:t>amet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tortor</a:t>
            </a:r>
            <a:r>
              <a:rPr lang="en-US" sz="1100" dirty="0">
                <a:latin typeface="+mj-lt"/>
              </a:rPr>
              <a:t> pharetra,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venenatis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eros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lacinia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erat</a:t>
            </a:r>
            <a:r>
              <a:rPr lang="en-US" sz="1100" dirty="0">
                <a:latin typeface="+mj-lt"/>
              </a:rPr>
              <a:t> libero.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lorem </a:t>
            </a:r>
            <a:r>
              <a:rPr lang="en-US" sz="1100" dirty="0" err="1">
                <a:latin typeface="+mj-lt"/>
              </a:rPr>
              <a:t>neque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commodo</a:t>
            </a:r>
            <a:r>
              <a:rPr lang="en-US" sz="1100" dirty="0">
                <a:latin typeface="+mj-lt"/>
              </a:rPr>
              <a:t> vitae ex at, pharetra convallis </a:t>
            </a:r>
            <a:r>
              <a:rPr lang="en-US" sz="1100" dirty="0" err="1">
                <a:latin typeface="+mj-lt"/>
              </a:rPr>
              <a:t>nunc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vehicula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mauris</a:t>
            </a:r>
            <a:r>
              <a:rPr lang="en-US" sz="1100" dirty="0">
                <a:latin typeface="+mj-lt"/>
              </a:rPr>
              <a:t> ligula. </a:t>
            </a:r>
            <a:r>
              <a:rPr lang="en-US" sz="1100" dirty="0" err="1">
                <a:latin typeface="+mj-lt"/>
              </a:rPr>
              <a:t>Suspendisse</a:t>
            </a:r>
            <a:r>
              <a:rPr lang="en-US" sz="1100" dirty="0">
                <a:latin typeface="+mj-lt"/>
              </a:rPr>
              <a:t> in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congue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odio</a:t>
            </a:r>
            <a:r>
              <a:rPr lang="en-US" sz="1100" dirty="0">
                <a:latin typeface="+mj-lt"/>
              </a:rPr>
              <a:t> pharetra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. Nam </a:t>
            </a:r>
            <a:r>
              <a:rPr lang="en-US" sz="1100" dirty="0" err="1">
                <a:latin typeface="+mj-lt"/>
              </a:rPr>
              <a:t>vel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auctor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justo</a:t>
            </a:r>
            <a:r>
              <a:rPr lang="en-US" sz="1100" dirty="0">
                <a:latin typeface="+mj-lt"/>
              </a:rPr>
              <a:t>, vitae </a:t>
            </a:r>
            <a:r>
              <a:rPr lang="en-US" sz="1100" dirty="0" err="1">
                <a:latin typeface="+mj-lt"/>
              </a:rPr>
              <a:t>hendrerit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orci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Duis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sapien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viverra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bibendum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eget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pellentesque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massa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Nulla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feugiat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turpis</a:t>
            </a:r>
            <a:r>
              <a:rPr lang="en-US" sz="1100" dirty="0">
                <a:latin typeface="+mj-lt"/>
              </a:rPr>
              <a:t> et </a:t>
            </a:r>
            <a:r>
              <a:rPr lang="en-US" sz="1100" dirty="0" err="1">
                <a:latin typeface="+mj-lt"/>
              </a:rPr>
              <a:t>posuere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viverra</a:t>
            </a:r>
            <a:r>
              <a:rPr lang="en-US" sz="1100" dirty="0">
                <a:latin typeface="+mj-lt"/>
              </a:rPr>
              <a:t>, ipsum </a:t>
            </a:r>
            <a:r>
              <a:rPr lang="en-US" sz="1100" dirty="0" err="1">
                <a:latin typeface="+mj-lt"/>
              </a:rPr>
              <a:t>sem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tincidunt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est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tempor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nibh</a:t>
            </a:r>
            <a:r>
              <a:rPr lang="en-US" sz="1100" dirty="0">
                <a:latin typeface="+mj-lt"/>
              </a:rPr>
              <a:t> ante semper diam. </a:t>
            </a:r>
            <a:r>
              <a:rPr lang="en-US" sz="1100" dirty="0" err="1">
                <a:latin typeface="+mj-lt"/>
              </a:rPr>
              <a:t>Nullam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quis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euismod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neque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facilisis</a:t>
            </a:r>
            <a:r>
              <a:rPr lang="en-US" sz="1100" dirty="0">
                <a:latin typeface="+mj-lt"/>
              </a:rPr>
              <a:t> sem. </a:t>
            </a:r>
            <a:r>
              <a:rPr lang="en-US" sz="1100" dirty="0" err="1">
                <a:latin typeface="+mj-lt"/>
              </a:rPr>
              <a:t>Morbi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egestas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iaculis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dignissim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accumsan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tortor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elit</a:t>
            </a:r>
            <a:r>
              <a:rPr lang="en-US" sz="1100" dirty="0">
                <a:latin typeface="+mj-lt"/>
              </a:rPr>
              <a:t>, non </a:t>
            </a:r>
            <a:r>
              <a:rPr lang="en-US" sz="1100" dirty="0" err="1">
                <a:latin typeface="+mj-lt"/>
              </a:rPr>
              <a:t>euismod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eros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accumsan</a:t>
            </a:r>
            <a:r>
              <a:rPr lang="en-US" sz="1100" dirty="0">
                <a:latin typeface="+mj-lt"/>
              </a:rPr>
              <a:t> ac.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ultrices</a:t>
            </a:r>
            <a:r>
              <a:rPr lang="en-US" sz="1100" dirty="0">
                <a:latin typeface="+mj-lt"/>
              </a:rPr>
              <a:t> mi lorem, </a:t>
            </a:r>
            <a:r>
              <a:rPr lang="en-US" sz="1100" dirty="0" err="1">
                <a:latin typeface="+mj-lt"/>
              </a:rPr>
              <a:t>ut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dignissim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nibh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facilisis</a:t>
            </a:r>
            <a:r>
              <a:rPr lang="en-US" sz="1100" dirty="0">
                <a:latin typeface="+mj-lt"/>
              </a:rPr>
              <a:t> vel.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57188" y="1079500"/>
            <a:ext cx="8429625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Highlight goes here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646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422400"/>
            <a:ext cx="3986211" cy="3054350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57189" y="1079500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Highlight goes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4800599" y="1422400"/>
            <a:ext cx="3993357" cy="3054350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800597" y="1079500"/>
            <a:ext cx="3993359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OTHER Highlight goes here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4111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079500"/>
            <a:ext cx="3986211" cy="33972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endParaRPr lang="en-US" dirty="0"/>
          </a:p>
          <a:p>
            <a:pPr lvl="0"/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5334000" y="0"/>
            <a:ext cx="3810000" cy="48196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Please add picture here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294409" y="716437"/>
            <a:ext cx="422202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13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Highligh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422400"/>
            <a:ext cx="3986212" cy="30543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5334000" y="0"/>
            <a:ext cx="3810000" cy="48196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Please add picture here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57189" y="1079500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Highlight goes here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294409" y="716437"/>
            <a:ext cx="422202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17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5334000" y="0"/>
            <a:ext cx="3810000" cy="48196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Please add picture here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294409" y="716437"/>
            <a:ext cx="422202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357188" y="1092491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3" hasCustomPrompt="1"/>
          </p:nvPr>
        </p:nvSpPr>
        <p:spPr>
          <a:xfrm>
            <a:off x="710972" y="1092491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Please put section one title here</a:t>
            </a:r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357188" y="4120134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357188" y="1698020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357188" y="2303549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4" name="Text Placeholder 13"/>
          <p:cNvSpPr>
            <a:spLocks noGrp="1"/>
          </p:cNvSpPr>
          <p:nvPr>
            <p:ph type="body" sz="quarter" idx="17" hasCustomPrompt="1"/>
          </p:nvPr>
        </p:nvSpPr>
        <p:spPr>
          <a:xfrm>
            <a:off x="357188" y="2909078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5" name="Text Placeholder 13"/>
          <p:cNvSpPr>
            <a:spLocks noGrp="1"/>
          </p:cNvSpPr>
          <p:nvPr>
            <p:ph type="body" sz="quarter" idx="18" hasCustomPrompt="1"/>
          </p:nvPr>
        </p:nvSpPr>
        <p:spPr>
          <a:xfrm>
            <a:off x="357188" y="3514607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9" hasCustomPrompt="1"/>
          </p:nvPr>
        </p:nvSpPr>
        <p:spPr>
          <a:xfrm>
            <a:off x="710972" y="1697608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Please put section TWO title here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710972" y="2302725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Please put section THREE title here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1" hasCustomPrompt="1"/>
          </p:nvPr>
        </p:nvSpPr>
        <p:spPr>
          <a:xfrm>
            <a:off x="710972" y="2907842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…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22" hasCustomPrompt="1"/>
          </p:nvPr>
        </p:nvSpPr>
        <p:spPr>
          <a:xfrm>
            <a:off x="710972" y="3512959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And delete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3" hasCustomPrompt="1"/>
          </p:nvPr>
        </p:nvSpPr>
        <p:spPr>
          <a:xfrm>
            <a:off x="710972" y="4118077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The extras</a:t>
            </a:r>
          </a:p>
        </p:txBody>
      </p:sp>
      <p:sp>
        <p:nvSpPr>
          <p:cNvPr id="3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082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Profile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673894" y="1780394"/>
            <a:ext cx="3986211" cy="2696355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73893" y="1079500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Highlight goes here</a:t>
            </a:r>
          </a:p>
        </p:txBody>
      </p: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673893" y="1437495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900" b="1" i="1" cap="none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Please put title here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5333999" y="0"/>
            <a:ext cx="3810001" cy="48266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/>
          <p:cNvSpPr/>
          <p:nvPr userDrawn="1"/>
        </p:nvSpPr>
        <p:spPr>
          <a:xfrm>
            <a:off x="6228906" y="1403226"/>
            <a:ext cx="2020186" cy="2020186"/>
          </a:xfrm>
          <a:prstGeom prst="ellipse">
            <a:avLst/>
          </a:prstGeom>
          <a:noFill/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6406895" y="1581215"/>
            <a:ext cx="1664208" cy="1664208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158670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4480321" y="1780394"/>
            <a:ext cx="3993357" cy="2696355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480321" y="1079500"/>
            <a:ext cx="3986213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Please put name here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-1" y="0"/>
            <a:ext cx="3810001" cy="48266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 userDrawn="1"/>
        </p:nvSpPr>
        <p:spPr>
          <a:xfrm>
            <a:off x="894906" y="1403226"/>
            <a:ext cx="2020186" cy="2020186"/>
          </a:xfrm>
          <a:prstGeom prst="ellipse">
            <a:avLst/>
          </a:prstGeom>
          <a:noFill/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1072895" y="1581215"/>
            <a:ext cx="1664208" cy="1664208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INSERT PHOTO HERE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480321" y="1437495"/>
            <a:ext cx="399354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900" b="1" i="1" cap="none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Please put title here</a:t>
            </a:r>
          </a:p>
        </p:txBody>
      </p:sp>
      <p:sp>
        <p:nvSpPr>
          <p:cNvPr id="1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482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0" userDrawn="1">
          <p15:clr>
            <a:srgbClr val="FBAE40"/>
          </p15:clr>
        </p15:guide>
        <p15:guide id="2" orient="horz" pos="152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 Color Canva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8" y="1079500"/>
            <a:ext cx="8429625" cy="33972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lang="en-US" sz="1100" dirty="0">
                <a:latin typeface="+mj-lt"/>
              </a:rPr>
              <a:t>In </a:t>
            </a:r>
            <a:r>
              <a:rPr lang="en-US" sz="1100" dirty="0" err="1">
                <a:latin typeface="+mj-lt"/>
              </a:rPr>
              <a:t>egestas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orci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eu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lacinia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consectetur</a:t>
            </a:r>
            <a:r>
              <a:rPr lang="en-US" sz="1100" dirty="0">
                <a:latin typeface="+mj-lt"/>
              </a:rPr>
              <a:t>. In dolor ipsum, gravida et </a:t>
            </a:r>
            <a:r>
              <a:rPr lang="en-US" sz="1100" dirty="0" err="1">
                <a:latin typeface="+mj-lt"/>
              </a:rPr>
              <a:t>sagittis</a:t>
            </a:r>
            <a:r>
              <a:rPr lang="en-US" sz="1100" dirty="0">
                <a:latin typeface="+mj-lt"/>
              </a:rPr>
              <a:t> id, </a:t>
            </a:r>
            <a:r>
              <a:rPr lang="en-US" sz="1100" dirty="0" err="1">
                <a:latin typeface="+mj-lt"/>
              </a:rPr>
              <a:t>sollicitudin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ut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nisl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Praesent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bibendum</a:t>
            </a:r>
            <a:r>
              <a:rPr lang="en-US" sz="1100" dirty="0">
                <a:latin typeface="+mj-lt"/>
              </a:rPr>
              <a:t> tempus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hendrerit</a:t>
            </a:r>
            <a:r>
              <a:rPr lang="en-US" sz="1100" dirty="0">
                <a:latin typeface="+mj-lt"/>
              </a:rPr>
              <a:t>. Nam in </a:t>
            </a:r>
            <a:r>
              <a:rPr lang="en-US" sz="1100" dirty="0" err="1">
                <a:latin typeface="+mj-lt"/>
              </a:rPr>
              <a:t>tempor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metus</a:t>
            </a:r>
            <a:r>
              <a:rPr lang="en-US" sz="1100" dirty="0">
                <a:latin typeface="+mj-lt"/>
              </a:rPr>
              <a:t>, ac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purus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Praesent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consequat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lectus</a:t>
            </a:r>
            <a:r>
              <a:rPr lang="en-US" sz="1100" dirty="0">
                <a:latin typeface="+mj-lt"/>
              </a:rPr>
              <a:t> sit </a:t>
            </a:r>
            <a:r>
              <a:rPr lang="en-US" sz="1100" dirty="0" err="1">
                <a:latin typeface="+mj-lt"/>
              </a:rPr>
              <a:t>amet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tortor</a:t>
            </a:r>
            <a:r>
              <a:rPr lang="en-US" sz="1100" dirty="0">
                <a:latin typeface="+mj-lt"/>
              </a:rPr>
              <a:t> pharetra,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venenatis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eros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lacinia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erat</a:t>
            </a:r>
            <a:r>
              <a:rPr lang="en-US" sz="1100" dirty="0">
                <a:latin typeface="+mj-lt"/>
              </a:rPr>
              <a:t> libero.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lorem </a:t>
            </a:r>
            <a:r>
              <a:rPr lang="en-US" sz="1100" dirty="0" err="1">
                <a:latin typeface="+mj-lt"/>
              </a:rPr>
              <a:t>neque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commodo</a:t>
            </a:r>
            <a:r>
              <a:rPr lang="en-US" sz="1100" dirty="0">
                <a:latin typeface="+mj-lt"/>
              </a:rPr>
              <a:t> vitae ex at, pharetra convallis </a:t>
            </a:r>
            <a:r>
              <a:rPr lang="en-US" sz="1100" dirty="0" err="1">
                <a:latin typeface="+mj-lt"/>
              </a:rPr>
              <a:t>nunc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vehicula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mauris</a:t>
            </a:r>
            <a:r>
              <a:rPr lang="en-US" sz="1100" dirty="0">
                <a:latin typeface="+mj-lt"/>
              </a:rPr>
              <a:t> ligula. </a:t>
            </a:r>
            <a:r>
              <a:rPr lang="en-US" sz="1100" dirty="0" err="1">
                <a:latin typeface="+mj-lt"/>
              </a:rPr>
              <a:t>Suspendisse</a:t>
            </a:r>
            <a:r>
              <a:rPr lang="en-US" sz="1100" dirty="0">
                <a:latin typeface="+mj-lt"/>
              </a:rPr>
              <a:t> in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congue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odio</a:t>
            </a:r>
            <a:r>
              <a:rPr lang="en-US" sz="1100" dirty="0">
                <a:latin typeface="+mj-lt"/>
              </a:rPr>
              <a:t> pharetra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. Nam </a:t>
            </a:r>
            <a:r>
              <a:rPr lang="en-US" sz="1100" dirty="0" err="1">
                <a:latin typeface="+mj-lt"/>
              </a:rPr>
              <a:t>vel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auctor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justo</a:t>
            </a:r>
            <a:r>
              <a:rPr lang="en-US" sz="1100" dirty="0">
                <a:latin typeface="+mj-lt"/>
              </a:rPr>
              <a:t>, vitae </a:t>
            </a:r>
            <a:r>
              <a:rPr lang="en-US" sz="1100" dirty="0" err="1">
                <a:latin typeface="+mj-lt"/>
              </a:rPr>
              <a:t>hendrerit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orci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Duis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sapien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viverra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bibendum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eget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pellentesque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massa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Nulla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feugiat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turpis</a:t>
            </a:r>
            <a:r>
              <a:rPr lang="en-US" sz="1100" dirty="0">
                <a:latin typeface="+mj-lt"/>
              </a:rPr>
              <a:t> et </a:t>
            </a:r>
            <a:r>
              <a:rPr lang="en-US" sz="1100" dirty="0" err="1">
                <a:latin typeface="+mj-lt"/>
              </a:rPr>
              <a:t>posuere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viverra</a:t>
            </a:r>
            <a:r>
              <a:rPr lang="en-US" sz="1100" dirty="0">
                <a:latin typeface="+mj-lt"/>
              </a:rPr>
              <a:t>, ipsum </a:t>
            </a:r>
            <a:r>
              <a:rPr lang="en-US" sz="1100" dirty="0" err="1">
                <a:latin typeface="+mj-lt"/>
              </a:rPr>
              <a:t>sem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tincidunt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est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tempor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nibh</a:t>
            </a:r>
            <a:r>
              <a:rPr lang="en-US" sz="1100" dirty="0">
                <a:latin typeface="+mj-lt"/>
              </a:rPr>
              <a:t> ante semper diam. </a:t>
            </a:r>
            <a:r>
              <a:rPr lang="en-US" sz="1100" dirty="0" err="1">
                <a:latin typeface="+mj-lt"/>
              </a:rPr>
              <a:t>Nullam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quis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euismod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neque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facilisis</a:t>
            </a:r>
            <a:r>
              <a:rPr lang="en-US" sz="1100" dirty="0">
                <a:latin typeface="+mj-lt"/>
              </a:rPr>
              <a:t> sem. </a:t>
            </a:r>
            <a:r>
              <a:rPr lang="en-US" sz="1100" dirty="0" err="1">
                <a:latin typeface="+mj-lt"/>
              </a:rPr>
              <a:t>Morbi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egestas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iaculis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dignissim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accumsan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tortor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elit</a:t>
            </a:r>
            <a:r>
              <a:rPr lang="en-US" sz="1100" dirty="0">
                <a:latin typeface="+mj-lt"/>
              </a:rPr>
              <a:t>, non </a:t>
            </a:r>
            <a:r>
              <a:rPr lang="en-US" sz="1100" dirty="0" err="1">
                <a:latin typeface="+mj-lt"/>
              </a:rPr>
              <a:t>euismod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eros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accumsan</a:t>
            </a:r>
            <a:r>
              <a:rPr lang="en-US" sz="1100" dirty="0">
                <a:latin typeface="+mj-lt"/>
              </a:rPr>
              <a:t> ac.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ultrices</a:t>
            </a:r>
            <a:r>
              <a:rPr lang="en-US" sz="1100" dirty="0">
                <a:latin typeface="+mj-lt"/>
              </a:rPr>
              <a:t> mi lorem, </a:t>
            </a:r>
            <a:r>
              <a:rPr lang="en-US" sz="1100" dirty="0" err="1">
                <a:latin typeface="+mj-lt"/>
              </a:rPr>
              <a:t>ut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dignissim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nibh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facilisis</a:t>
            </a:r>
            <a:r>
              <a:rPr lang="en-US" sz="1100" dirty="0">
                <a:latin typeface="+mj-lt"/>
              </a:rPr>
              <a:t> vel.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8541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on Color Canva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Add Slide Headline Here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422400"/>
            <a:ext cx="3986211" cy="305435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57189" y="1079500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Highlight goes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4800599" y="1422400"/>
            <a:ext cx="3993357" cy="305435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800599" y="1079500"/>
            <a:ext cx="3986214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OTHER Highlight goes here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403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on Color Canvas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/>
          <p:cNvSpPr>
            <a:spLocks noGrp="1"/>
          </p:cNvSpPr>
          <p:nvPr>
            <p:ph sz="quarter" idx="16" hasCustomPrompt="1"/>
          </p:nvPr>
        </p:nvSpPr>
        <p:spPr>
          <a:xfrm>
            <a:off x="1127175" y="1238584"/>
            <a:ext cx="2304288" cy="2903538"/>
          </a:xfrm>
          <a:ln>
            <a:solidFill>
              <a:schemeClr val="bg1"/>
            </a:solidFill>
          </a:ln>
        </p:spPr>
        <p:txBody>
          <a:bodyPr vert="horz" lIns="182880" tIns="274320" rIns="182880" bIns="274320" rtlCol="0">
            <a:normAutofit/>
          </a:bodyPr>
          <a:lstStyle>
            <a:lvl1pPr>
              <a:defRPr lang="en-US" sz="1000" dirty="0" smtClean="0">
                <a:solidFill>
                  <a:schemeClr val="bg1"/>
                </a:solidFill>
              </a:defRPr>
            </a:lvl1pPr>
            <a:lvl2pPr>
              <a:defRPr lang="en-US" sz="1000" dirty="0" smtClean="0">
                <a:solidFill>
                  <a:schemeClr val="bg1"/>
                </a:solidFill>
              </a:defRPr>
            </a:lvl2pPr>
            <a:lvl3pPr>
              <a:defRPr lang="en-US" sz="1000" dirty="0" smtClean="0">
                <a:solidFill>
                  <a:schemeClr val="bg1"/>
                </a:solidFill>
              </a:defRPr>
            </a:lvl3pPr>
            <a:lvl4pPr>
              <a:defRPr lang="en-US" sz="1000" dirty="0" smtClean="0">
                <a:solidFill>
                  <a:schemeClr val="bg1"/>
                </a:solidFill>
              </a:defRPr>
            </a:lvl4pPr>
            <a:lvl5pPr>
              <a:defRPr lang="en-US" sz="10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</a:p>
        </p:txBody>
      </p:sp>
      <p:sp>
        <p:nvSpPr>
          <p:cNvPr id="5" name="Title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735751" y="799672"/>
            <a:ext cx="2304288" cy="438912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lIns="91440" tIns="0" rIns="91440" bIns="0" anchor="ctr">
            <a:noAutofit/>
          </a:bodyPr>
          <a:lstStyle>
            <a:lvl1pPr marL="0" indent="0" algn="ctr">
              <a:buNone/>
              <a:defRPr sz="1200" b="1" i="0" cap="all" spc="200" baseline="0"/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en-US" dirty="0"/>
              <a:t>ADD TITILE HERE</a:t>
            </a:r>
          </a:p>
        </p:txBody>
      </p:sp>
      <p:sp>
        <p:nvSpPr>
          <p:cNvPr id="4" name="Title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431463" y="799672"/>
            <a:ext cx="2304288" cy="438912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lIns="91440" tIns="0" rIns="91440" bIns="0" anchor="ctr">
            <a:noAutofit/>
          </a:bodyPr>
          <a:lstStyle>
            <a:lvl1pPr marL="0" indent="0" algn="ctr">
              <a:buNone/>
              <a:defRPr sz="1200" b="1" i="0" cap="all" spc="200" baseline="0"/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en-US" dirty="0"/>
              <a:t>ADD TITILE HERE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body" sz="quarter" idx="12" hasCustomPrompt="1"/>
          </p:nvPr>
        </p:nvSpPr>
        <p:spPr>
          <a:xfrm>
            <a:off x="1127175" y="799672"/>
            <a:ext cx="2304288" cy="438912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lIns="91440" tIns="0" rIns="91440" bIns="0" anchor="ctr">
            <a:noAutofit/>
          </a:bodyPr>
          <a:lstStyle>
            <a:lvl1pPr marL="0" indent="0" algn="ctr">
              <a:buNone/>
              <a:defRPr sz="1200" b="1" i="0" cap="all" spc="200" baseline="0"/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en-US" dirty="0"/>
              <a:t>ADD TITILE HERE</a:t>
            </a:r>
          </a:p>
        </p:txBody>
      </p:sp>
      <p:sp>
        <p:nvSpPr>
          <p:cNvPr id="1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 Placeholder 14"/>
          <p:cNvSpPr>
            <a:spLocks noGrp="1"/>
          </p:cNvSpPr>
          <p:nvPr>
            <p:ph sz="quarter" idx="17" hasCustomPrompt="1"/>
          </p:nvPr>
        </p:nvSpPr>
        <p:spPr>
          <a:xfrm>
            <a:off x="5735751" y="1238584"/>
            <a:ext cx="2304288" cy="2903538"/>
          </a:xfrm>
          <a:ln>
            <a:solidFill>
              <a:schemeClr val="bg1"/>
            </a:solidFill>
          </a:ln>
        </p:spPr>
        <p:txBody>
          <a:bodyPr vert="horz" lIns="182880" tIns="274320" rIns="182880" bIns="274320" rtlCol="0">
            <a:normAutofit/>
          </a:bodyPr>
          <a:lstStyle>
            <a:lvl1pPr>
              <a:defRPr lang="en-US" sz="1000" dirty="0" smtClean="0">
                <a:solidFill>
                  <a:schemeClr val="bg1"/>
                </a:solidFill>
              </a:defRPr>
            </a:lvl1pPr>
            <a:lvl2pPr>
              <a:defRPr lang="en-US" sz="1000" dirty="0" smtClean="0">
                <a:solidFill>
                  <a:schemeClr val="bg1"/>
                </a:solidFill>
              </a:defRPr>
            </a:lvl2pPr>
            <a:lvl3pPr>
              <a:defRPr lang="en-US" sz="1000" dirty="0" smtClean="0">
                <a:solidFill>
                  <a:schemeClr val="bg1"/>
                </a:solidFill>
              </a:defRPr>
            </a:lvl3pPr>
            <a:lvl4pPr>
              <a:defRPr lang="en-US" sz="1000" dirty="0" smtClean="0">
                <a:solidFill>
                  <a:schemeClr val="bg1"/>
                </a:solidFill>
              </a:defRPr>
            </a:lvl4pPr>
            <a:lvl5pPr>
              <a:defRPr lang="en-US" sz="10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</a:p>
        </p:txBody>
      </p:sp>
      <p:sp>
        <p:nvSpPr>
          <p:cNvPr id="17" name="Content Placeholder 14"/>
          <p:cNvSpPr>
            <a:spLocks noGrp="1"/>
          </p:cNvSpPr>
          <p:nvPr>
            <p:ph sz="quarter" idx="18" hasCustomPrompt="1"/>
          </p:nvPr>
        </p:nvSpPr>
        <p:spPr>
          <a:xfrm>
            <a:off x="3431463" y="1238584"/>
            <a:ext cx="2304288" cy="2903538"/>
          </a:xfrm>
          <a:ln>
            <a:solidFill>
              <a:schemeClr val="bg1"/>
            </a:solidFill>
          </a:ln>
        </p:spPr>
        <p:txBody>
          <a:bodyPr vert="horz" lIns="182880" tIns="274320" rIns="182880" bIns="274320" rtlCol="0">
            <a:normAutofit/>
          </a:bodyPr>
          <a:lstStyle>
            <a:lvl1pPr>
              <a:defRPr lang="en-US" sz="1000" dirty="0" smtClean="0">
                <a:solidFill>
                  <a:schemeClr val="bg1"/>
                </a:solidFill>
              </a:defRPr>
            </a:lvl1pPr>
            <a:lvl2pPr>
              <a:defRPr lang="en-US" sz="1000" dirty="0" smtClean="0">
                <a:solidFill>
                  <a:schemeClr val="bg1"/>
                </a:solidFill>
              </a:defRPr>
            </a:lvl2pPr>
            <a:lvl3pPr>
              <a:defRPr lang="en-US" sz="1000" dirty="0" smtClean="0">
                <a:solidFill>
                  <a:schemeClr val="bg1"/>
                </a:solidFill>
              </a:defRPr>
            </a:lvl3pPr>
            <a:lvl4pPr>
              <a:defRPr lang="en-US" sz="1000" dirty="0" smtClean="0">
                <a:solidFill>
                  <a:schemeClr val="bg1"/>
                </a:solidFill>
              </a:defRPr>
            </a:lvl4pPr>
            <a:lvl5pPr>
              <a:defRPr lang="en-US" sz="10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773717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EPAM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780953" y="2098360"/>
            <a:ext cx="5582093" cy="58738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latin typeface="+mj-lt"/>
              </a:defRPr>
            </a:lvl2pPr>
            <a:lvl3pPr marL="914400" indent="0">
              <a:buNone/>
              <a:defRPr sz="1600">
                <a:latin typeface="+mj-lt"/>
              </a:defRPr>
            </a:lvl3pPr>
            <a:lvl4pPr marL="1371600" indent="0">
              <a:buNone/>
              <a:defRPr sz="1600">
                <a:latin typeface="+mj-lt"/>
              </a:defRPr>
            </a:lvl4pPr>
            <a:lvl5pPr marL="1828800" indent="0">
              <a:buNone/>
              <a:defRPr sz="1600">
                <a:latin typeface="+mj-lt"/>
              </a:defRPr>
            </a:lvl5pPr>
          </a:lstStyle>
          <a:p>
            <a:pPr algn="ctr">
              <a:lnSpc>
                <a:spcPts val="2400"/>
              </a:lnSpc>
            </a:pP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Please add call out or quote here</a:t>
            </a:r>
            <a:br>
              <a:rPr lang="en-US" sz="1600" baseline="0" dirty="0">
                <a:solidFill>
                  <a:schemeClr val="bg1"/>
                </a:solidFill>
                <a:latin typeface="+mj-lt"/>
              </a:rPr>
            </a:b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sit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amet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,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consectetur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adipiscing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elit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Sed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nec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sem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gravida,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dapibus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turpis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porttitor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,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tincidunt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nibh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Orci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varius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natoque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penatibus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et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magnis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dis parturient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montes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,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nascetur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ridiculus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mus. Nam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eget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enim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mauris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Vivamus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sit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amet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congue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nunc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Duis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pellentesque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posuere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rutrum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Pellentesque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ac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diam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quis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justo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placerat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porta.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Phasellus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bibendum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vehicula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sem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id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ornare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. Nam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commodo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ac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purus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condimentum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porta.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Proin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condimentum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lectus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leo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, in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lacinia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diam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placerat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convallis. </a:t>
            </a:r>
            <a:endParaRPr lang="en-US" sz="1600" b="1" spc="200" baseline="0" dirty="0">
              <a:solidFill>
                <a:schemeClr val="bg1"/>
              </a:solidFill>
              <a:latin typeface="+mj-lt"/>
              <a:ea typeface="Calibri" charset="0"/>
              <a:cs typeface="Calibri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screen">
            <a:alphaModFix amt="1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3049" r="42496"/>
          <a:stretch/>
        </p:blipFill>
        <p:spPr>
          <a:xfrm>
            <a:off x="1" y="-122440"/>
            <a:ext cx="1548202" cy="118744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screen">
            <a:alphaModFix amt="1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3049" r="42496"/>
          <a:stretch/>
        </p:blipFill>
        <p:spPr>
          <a:xfrm rot="10800000">
            <a:off x="7595798" y="3681859"/>
            <a:ext cx="1548202" cy="1187447"/>
          </a:xfrm>
          <a:prstGeom prst="rect">
            <a:avLst/>
          </a:prstGeom>
        </p:spPr>
      </p:pic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066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2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4314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3040C60-A39E-8442-A520-BA092303AC98}"/>
              </a:ext>
            </a:extLst>
          </p:cNvPr>
          <p:cNvCxnSpPr/>
          <p:nvPr userDrawn="1"/>
        </p:nvCxnSpPr>
        <p:spPr>
          <a:xfrm flipV="1">
            <a:off x="5986464" y="703218"/>
            <a:ext cx="0" cy="4123421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21FF28FE-B84E-5D44-B6A6-4B55087B12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711726"/>
            <a:ext cx="5986464" cy="408999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Please add picture here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Shape 920">
            <a:extLst>
              <a:ext uri="{FF2B5EF4-FFF2-40B4-BE49-F238E27FC236}">
                <a16:creationId xmlns:a16="http://schemas.microsoft.com/office/drawing/2014/main" id="{D1A5E50C-7A92-6F49-870C-2507B203D755}"/>
              </a:ext>
            </a:extLst>
          </p:cNvPr>
          <p:cNvSpPr/>
          <p:nvPr userDrawn="1"/>
        </p:nvSpPr>
        <p:spPr>
          <a:xfrm>
            <a:off x="5986464" y="711726"/>
            <a:ext cx="3157536" cy="518593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28575" rIns="0" bIns="28575" anchor="ctr">
            <a:noAutofit/>
          </a:bodyPr>
          <a:lstStyle/>
          <a:p>
            <a:pPr marR="23813" indent="23813" algn="ctr" defTabSz="309567">
              <a:lnSpc>
                <a:spcPct val="90000"/>
              </a:lnSpc>
              <a:defRPr sz="2800" cap="all">
                <a:solidFill>
                  <a:srgbClr val="FFFFFF"/>
                </a:solidFill>
                <a:latin typeface="Oswald DemiBold"/>
                <a:ea typeface="Oswald DemiBold"/>
                <a:cs typeface="Oswald DemiBold"/>
                <a:sym typeface="Oswald DemiBold"/>
              </a:defRPr>
            </a:pPr>
            <a:endParaRPr sz="1200" b="1" kern="0" cap="all" spc="100" dirty="0">
              <a:solidFill>
                <a:srgbClr val="FFFFFF"/>
              </a:solidFill>
              <a:latin typeface="Calibri" charset="0"/>
              <a:ea typeface="Calibri" charset="0"/>
              <a:cs typeface="Calibri" charset="0"/>
              <a:sym typeface="Oswald DemiBold"/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86B7237-6AD3-844E-9A6E-C3E0C1013A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86462" y="769496"/>
            <a:ext cx="3157537" cy="438912"/>
          </a:xfrm>
          <a:noFill/>
          <a:ln>
            <a:noFill/>
          </a:ln>
        </p:spPr>
        <p:txBody>
          <a:bodyPr wrap="none" lIns="91440" tIns="0" rIns="91440" bIns="0" anchor="ctr">
            <a:noAutofit/>
          </a:bodyPr>
          <a:lstStyle>
            <a:lvl1pPr marL="0" indent="0" algn="ctr">
              <a:buNone/>
              <a:defRPr sz="1200" b="1" i="0" cap="all" spc="200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en-US" dirty="0"/>
              <a:t>ADD TITILE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94328E10-B013-0A4C-A50C-6D1D6CFD70B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93213" y="1772289"/>
            <a:ext cx="2656378" cy="305435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148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</a:p>
          <a:p>
            <a:pPr marL="171450" marR="0" lvl="0" indent="-171450" algn="l" defTabSz="914400" rtl="0" eaLnBrk="1" fontAlgn="auto" latinLnBrk="0" hangingPunct="1">
              <a:lnSpc>
                <a:spcPts val="148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ABD56F5B-8455-0345-910E-53CDD8476F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3213" y="1429389"/>
            <a:ext cx="2656378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Highlight goes here</a:t>
            </a:r>
          </a:p>
        </p:txBody>
      </p:sp>
    </p:spTree>
    <p:extLst>
      <p:ext uri="{BB962C8B-B14F-4D97-AF65-F5344CB8AC3E}">
        <p14:creationId xmlns:p14="http://schemas.microsoft.com/office/powerpoint/2010/main" val="1511893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327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- EPAM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80954" y="1803228"/>
            <a:ext cx="5582093" cy="1220182"/>
          </a:xfrm>
          <a:ln w="6350">
            <a:solidFill>
              <a:schemeClr val="bg1"/>
            </a:solidFill>
          </a:ln>
        </p:spPr>
        <p:txBody>
          <a:bodyPr/>
          <a:lstStyle>
            <a:lvl1pPr algn="ctr">
              <a:lnSpc>
                <a:spcPct val="100000"/>
              </a:lnSpc>
              <a:spcBef>
                <a:spcPts val="380"/>
              </a:spcBef>
              <a:spcAft>
                <a:spcPts val="300"/>
              </a:spcAft>
              <a:defRPr sz="1600" b="1" spc="200" baseline="0">
                <a:latin typeface="+mn-lt"/>
              </a:defRPr>
            </a:lvl1pPr>
          </a:lstStyle>
          <a:p>
            <a:r>
              <a:rPr lang="en-US" dirty="0"/>
              <a:t>Please add BREAKER SLIDE TITLE HERE</a:t>
            </a:r>
            <a:br>
              <a:rPr lang="en-US" dirty="0"/>
            </a:br>
            <a:r>
              <a:rPr lang="en-US" dirty="0"/>
              <a:t>Please add SECOND LINE OF TITLE HERE</a:t>
            </a:r>
          </a:p>
        </p:txBody>
      </p:sp>
    </p:spTree>
    <p:extLst>
      <p:ext uri="{BB962C8B-B14F-4D97-AF65-F5344CB8AC3E}">
        <p14:creationId xmlns:p14="http://schemas.microsoft.com/office/powerpoint/2010/main" val="18608758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- Bright Blu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80954" y="1803228"/>
            <a:ext cx="5582093" cy="1220182"/>
          </a:xfrm>
          <a:ln w="6350">
            <a:solidFill>
              <a:schemeClr val="bg1"/>
            </a:solidFill>
          </a:ln>
        </p:spPr>
        <p:txBody>
          <a:bodyPr/>
          <a:lstStyle>
            <a:lvl1pPr algn="ctr">
              <a:lnSpc>
                <a:spcPct val="100000"/>
              </a:lnSpc>
              <a:spcBef>
                <a:spcPts val="380"/>
              </a:spcBef>
              <a:spcAft>
                <a:spcPts val="300"/>
              </a:spcAft>
              <a:defRPr sz="1600" b="1" spc="200" baseline="0"/>
            </a:lvl1pPr>
          </a:lstStyle>
          <a:p>
            <a:r>
              <a:rPr lang="en-US" dirty="0"/>
              <a:t>Please add BREAKER SLIDE TITLE HERE</a:t>
            </a:r>
            <a:br>
              <a:rPr lang="en-US" dirty="0"/>
            </a:br>
            <a:r>
              <a:rPr lang="en-US" dirty="0"/>
              <a:t>Please add SECOND LINE OF TITLE HERE</a:t>
            </a:r>
          </a:p>
        </p:txBody>
      </p:sp>
    </p:spTree>
    <p:extLst>
      <p:ext uri="{BB962C8B-B14F-4D97-AF65-F5344CB8AC3E}">
        <p14:creationId xmlns:p14="http://schemas.microsoft.com/office/powerpoint/2010/main" val="30461953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- Lime Gree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80954" y="1803228"/>
            <a:ext cx="5582093" cy="1220182"/>
          </a:xfrm>
          <a:ln w="6350">
            <a:solidFill>
              <a:schemeClr val="bg1"/>
            </a:solidFill>
          </a:ln>
        </p:spPr>
        <p:txBody>
          <a:bodyPr/>
          <a:lstStyle>
            <a:lvl1pPr algn="ctr">
              <a:lnSpc>
                <a:spcPct val="100000"/>
              </a:lnSpc>
              <a:spcBef>
                <a:spcPts val="380"/>
              </a:spcBef>
              <a:spcAft>
                <a:spcPts val="300"/>
              </a:spcAft>
              <a:defRPr sz="1600" b="1" spc="200" baseline="0"/>
            </a:lvl1pPr>
          </a:lstStyle>
          <a:p>
            <a:r>
              <a:rPr lang="en-US" dirty="0"/>
              <a:t>Please add BREAKER SLIDE TITLE HERE</a:t>
            </a:r>
            <a:br>
              <a:rPr lang="en-US" dirty="0"/>
            </a:br>
            <a:r>
              <a:rPr lang="en-US" dirty="0"/>
              <a:t>Please add SECOND LINE OF TITLE HERE</a:t>
            </a:r>
          </a:p>
        </p:txBody>
      </p:sp>
    </p:spTree>
    <p:extLst>
      <p:ext uri="{BB962C8B-B14F-4D97-AF65-F5344CB8AC3E}">
        <p14:creationId xmlns:p14="http://schemas.microsoft.com/office/powerpoint/2010/main" val="16252515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- Cora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80954" y="1803228"/>
            <a:ext cx="5582093" cy="1220182"/>
          </a:xfrm>
          <a:ln w="6350">
            <a:solidFill>
              <a:schemeClr val="bg1"/>
            </a:solidFill>
          </a:ln>
        </p:spPr>
        <p:txBody>
          <a:bodyPr/>
          <a:lstStyle>
            <a:lvl1pPr algn="ctr">
              <a:lnSpc>
                <a:spcPct val="100000"/>
              </a:lnSpc>
              <a:spcBef>
                <a:spcPts val="380"/>
              </a:spcBef>
              <a:spcAft>
                <a:spcPts val="300"/>
              </a:spcAft>
              <a:defRPr sz="1600" b="1" spc="200" baseline="0"/>
            </a:lvl1pPr>
          </a:lstStyle>
          <a:p>
            <a:r>
              <a:rPr lang="en-US" dirty="0"/>
              <a:t>Please add BREAKER SLIDE TITLE HERE</a:t>
            </a:r>
            <a:br>
              <a:rPr lang="en-US" dirty="0"/>
            </a:br>
            <a:r>
              <a:rPr lang="en-US" dirty="0"/>
              <a:t>Please add SECOND LINE OF TITLE HERE</a:t>
            </a:r>
          </a:p>
        </p:txBody>
      </p:sp>
    </p:spTree>
    <p:extLst>
      <p:ext uri="{BB962C8B-B14F-4D97-AF65-F5344CB8AC3E}">
        <p14:creationId xmlns:p14="http://schemas.microsoft.com/office/powerpoint/2010/main" val="21654567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8" y="1079500"/>
            <a:ext cx="8429625" cy="33972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  <a:br>
              <a:rPr lang="en-US"/>
            </a:br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  <a:br>
              <a:rPr lang="en-US"/>
            </a:br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</a:t>
            </a:r>
            <a:br>
              <a:rPr lang="en-US"/>
            </a:br>
            <a:r>
              <a:rPr lang="en-US"/>
              <a:t>fames ac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lang="en-US" sz="1100">
                <a:latin typeface="+mj-lt"/>
              </a:rPr>
              <a:t>In </a:t>
            </a:r>
            <a:r>
              <a:rPr lang="en-US" sz="1100" err="1">
                <a:latin typeface="+mj-lt"/>
              </a:rPr>
              <a:t>egestas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orci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eu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lacinia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consectetur</a:t>
            </a:r>
            <a:r>
              <a:rPr lang="en-US" sz="1100">
                <a:latin typeface="+mj-lt"/>
              </a:rPr>
              <a:t>. In dolor ipsum, gravida et </a:t>
            </a:r>
            <a:r>
              <a:rPr lang="en-US" sz="1100" err="1">
                <a:latin typeface="+mj-lt"/>
              </a:rPr>
              <a:t>sagittis</a:t>
            </a:r>
            <a:r>
              <a:rPr lang="en-US" sz="1100">
                <a:latin typeface="+mj-lt"/>
              </a:rPr>
              <a:t> id, </a:t>
            </a:r>
            <a:r>
              <a:rPr lang="en-US" sz="1100" err="1">
                <a:latin typeface="+mj-lt"/>
              </a:rPr>
              <a:t>sollicitudin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ut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nisl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Praesent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bibendum</a:t>
            </a:r>
            <a:r>
              <a:rPr lang="en-US" sz="1100">
                <a:latin typeface="+mj-lt"/>
              </a:rPr>
              <a:t> tempus </a:t>
            </a:r>
            <a:r>
              <a:rPr lang="en-US" sz="1100" err="1">
                <a:latin typeface="+mj-lt"/>
              </a:rPr>
              <a:t>tellus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nec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hendrerit</a:t>
            </a:r>
            <a:r>
              <a:rPr lang="en-US" sz="1100">
                <a:latin typeface="+mj-lt"/>
              </a:rPr>
              <a:t>. Nam in </a:t>
            </a:r>
            <a:r>
              <a:rPr lang="en-US" sz="1100" err="1">
                <a:latin typeface="+mj-lt"/>
              </a:rPr>
              <a:t>tempor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metus</a:t>
            </a:r>
            <a:r>
              <a:rPr lang="en-US" sz="1100">
                <a:latin typeface="+mj-lt"/>
              </a:rPr>
              <a:t>, ac </a:t>
            </a:r>
            <a:r>
              <a:rPr lang="en-US" sz="1100" err="1">
                <a:latin typeface="+mj-lt"/>
              </a:rPr>
              <a:t>finibus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purus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Praesent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consequat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lectus</a:t>
            </a:r>
            <a:r>
              <a:rPr lang="en-US" sz="1100">
                <a:latin typeface="+mj-lt"/>
              </a:rPr>
              <a:t> sit </a:t>
            </a:r>
            <a:r>
              <a:rPr lang="en-US" sz="1100" err="1">
                <a:latin typeface="+mj-lt"/>
              </a:rPr>
              <a:t>amet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tortor</a:t>
            </a:r>
            <a:r>
              <a:rPr lang="en-US" sz="1100">
                <a:latin typeface="+mj-lt"/>
              </a:rPr>
              <a:t> pharetra,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venenatis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eros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lacinia</a:t>
            </a:r>
            <a:r>
              <a:rPr lang="en-US" sz="1100">
                <a:latin typeface="+mj-lt"/>
              </a:rPr>
              <a:t>. In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erat</a:t>
            </a:r>
            <a:r>
              <a:rPr lang="en-US" sz="1100">
                <a:latin typeface="+mj-lt"/>
              </a:rPr>
              <a:t> libero.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lorem </a:t>
            </a:r>
            <a:r>
              <a:rPr lang="en-US" sz="1100" err="1">
                <a:latin typeface="+mj-lt"/>
              </a:rPr>
              <a:t>neque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commodo</a:t>
            </a:r>
            <a:r>
              <a:rPr lang="en-US" sz="1100">
                <a:latin typeface="+mj-lt"/>
              </a:rPr>
              <a:t> vitae ex at, pharetra convallis </a:t>
            </a:r>
            <a:r>
              <a:rPr lang="en-US" sz="1100" err="1">
                <a:latin typeface="+mj-lt"/>
              </a:rPr>
              <a:t>nunc</a:t>
            </a:r>
            <a:r>
              <a:rPr lang="en-US" sz="1100">
                <a:latin typeface="+mj-lt"/>
              </a:rPr>
              <a:t>. In </a:t>
            </a:r>
            <a:r>
              <a:rPr lang="en-US" sz="1100" err="1">
                <a:latin typeface="+mj-lt"/>
              </a:rPr>
              <a:t>vehicula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mauris</a:t>
            </a:r>
            <a:r>
              <a:rPr lang="en-US" sz="1100">
                <a:latin typeface="+mj-lt"/>
              </a:rPr>
              <a:t> ligula. </a:t>
            </a:r>
            <a:r>
              <a:rPr lang="en-US" sz="1100" err="1">
                <a:latin typeface="+mj-lt"/>
              </a:rPr>
              <a:t>Suspendisse</a:t>
            </a:r>
            <a:r>
              <a:rPr lang="en-US" sz="1100">
                <a:latin typeface="+mj-lt"/>
              </a:rPr>
              <a:t> in </a:t>
            </a:r>
            <a:r>
              <a:rPr lang="en-US" sz="1100" err="1">
                <a:latin typeface="+mj-lt"/>
              </a:rPr>
              <a:t>tellus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congue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odio</a:t>
            </a:r>
            <a:r>
              <a:rPr lang="en-US" sz="1100">
                <a:latin typeface="+mj-lt"/>
              </a:rPr>
              <a:t> pharetra </a:t>
            </a:r>
            <a:r>
              <a:rPr lang="en-US" sz="1100" err="1">
                <a:latin typeface="+mj-lt"/>
              </a:rPr>
              <a:t>finibus</a:t>
            </a:r>
            <a:r>
              <a:rPr lang="en-US" sz="1100">
                <a:latin typeface="+mj-lt"/>
              </a:rPr>
              <a:t>. Nam </a:t>
            </a:r>
            <a:r>
              <a:rPr lang="en-US" sz="1100" err="1">
                <a:latin typeface="+mj-lt"/>
              </a:rPr>
              <a:t>vel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auctor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justo</a:t>
            </a:r>
            <a:r>
              <a:rPr lang="en-US" sz="1100">
                <a:latin typeface="+mj-lt"/>
              </a:rPr>
              <a:t>, vitae </a:t>
            </a:r>
            <a:r>
              <a:rPr lang="en-US" sz="1100" err="1">
                <a:latin typeface="+mj-lt"/>
              </a:rPr>
              <a:t>hendrerit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orci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Duis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nec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sapien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viverra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bibendum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tellus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eget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pellentesque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massa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Nulla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feugiat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turpis</a:t>
            </a:r>
            <a:r>
              <a:rPr lang="en-US" sz="1100">
                <a:latin typeface="+mj-lt"/>
              </a:rPr>
              <a:t> et </a:t>
            </a:r>
            <a:r>
              <a:rPr lang="en-US" sz="1100" err="1">
                <a:latin typeface="+mj-lt"/>
              </a:rPr>
              <a:t>posuere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viverra</a:t>
            </a:r>
            <a:r>
              <a:rPr lang="en-US" sz="1100">
                <a:latin typeface="+mj-lt"/>
              </a:rPr>
              <a:t>, ipsum </a:t>
            </a:r>
            <a:r>
              <a:rPr lang="en-US" sz="1100" err="1">
                <a:latin typeface="+mj-lt"/>
              </a:rPr>
              <a:t>sem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tincidunt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est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finibus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tempor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nibh</a:t>
            </a:r>
            <a:r>
              <a:rPr lang="en-US" sz="1100">
                <a:latin typeface="+mj-lt"/>
              </a:rPr>
              <a:t> ante semper diam. </a:t>
            </a:r>
            <a:r>
              <a:rPr lang="en-US" sz="1100" err="1">
                <a:latin typeface="+mj-lt"/>
              </a:rPr>
              <a:t>Nullam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quis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euismod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neque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nec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facilisis</a:t>
            </a:r>
            <a:r>
              <a:rPr lang="en-US" sz="1100">
                <a:latin typeface="+mj-lt"/>
              </a:rPr>
              <a:t> sem. </a:t>
            </a:r>
            <a:r>
              <a:rPr lang="en-US" sz="1100" err="1">
                <a:latin typeface="+mj-lt"/>
              </a:rPr>
              <a:t>Morbi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egestas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iaculis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dignissim</a:t>
            </a:r>
            <a:r>
              <a:rPr lang="en-US" sz="1100">
                <a:latin typeface="+mj-lt"/>
              </a:rPr>
              <a:t>. In </a:t>
            </a:r>
            <a:r>
              <a:rPr lang="en-US" sz="1100" err="1">
                <a:latin typeface="+mj-lt"/>
              </a:rPr>
              <a:t>accumsan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tortor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elit</a:t>
            </a:r>
            <a:r>
              <a:rPr lang="en-US" sz="1100">
                <a:latin typeface="+mj-lt"/>
              </a:rPr>
              <a:t>, non </a:t>
            </a:r>
            <a:r>
              <a:rPr lang="en-US" sz="1100" err="1">
                <a:latin typeface="+mj-lt"/>
              </a:rPr>
              <a:t>euismod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eros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accumsan</a:t>
            </a:r>
            <a:r>
              <a:rPr lang="en-US" sz="1100">
                <a:latin typeface="+mj-lt"/>
              </a:rPr>
              <a:t> ac.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ultrices</a:t>
            </a:r>
            <a:r>
              <a:rPr lang="en-US" sz="1100">
                <a:latin typeface="+mj-lt"/>
              </a:rPr>
              <a:t> mi lorem, </a:t>
            </a:r>
            <a:r>
              <a:rPr lang="en-US" sz="1100" err="1">
                <a:latin typeface="+mj-lt"/>
              </a:rPr>
              <a:t>ut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dignissim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nibh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facilisis</a:t>
            </a:r>
            <a:r>
              <a:rPr lang="en-US" sz="1100">
                <a:latin typeface="+mj-lt"/>
              </a:rPr>
              <a:t> vel.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4949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079500"/>
            <a:ext cx="3986212" cy="3397250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endParaRPr lang="en-US"/>
          </a:p>
          <a:p>
            <a:pPr lvl="0"/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</a:t>
            </a:r>
            <a:br>
              <a:rPr lang="en-US"/>
            </a:br>
            <a:r>
              <a:rPr lang="en-US"/>
              <a:t>fames ac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4800600" y="1079500"/>
            <a:ext cx="3986213" cy="3397250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endParaRPr lang="en-US"/>
          </a:p>
          <a:p>
            <a:pPr lvl="0"/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</a:t>
            </a:r>
            <a:br>
              <a:rPr lang="en-US"/>
            </a:br>
            <a:r>
              <a:rPr lang="en-US"/>
              <a:t>fames ac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3832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8" y="1422400"/>
            <a:ext cx="8429625" cy="30543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  <a:br>
              <a:rPr lang="en-US"/>
            </a:br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  <a:br>
              <a:rPr lang="en-US"/>
            </a:br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</a:t>
            </a:r>
            <a:br>
              <a:rPr lang="en-US"/>
            </a:br>
            <a:r>
              <a:rPr lang="en-US"/>
              <a:t>fames ac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lang="en-US" sz="1100">
                <a:latin typeface="+mj-lt"/>
              </a:rPr>
              <a:t>In </a:t>
            </a:r>
            <a:r>
              <a:rPr lang="en-US" sz="1100" err="1">
                <a:latin typeface="+mj-lt"/>
              </a:rPr>
              <a:t>egestas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orci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eu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lacinia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consectetur</a:t>
            </a:r>
            <a:r>
              <a:rPr lang="en-US" sz="1100">
                <a:latin typeface="+mj-lt"/>
              </a:rPr>
              <a:t>. In dolor ipsum, gravida et </a:t>
            </a:r>
            <a:r>
              <a:rPr lang="en-US" sz="1100" err="1">
                <a:latin typeface="+mj-lt"/>
              </a:rPr>
              <a:t>sagittis</a:t>
            </a:r>
            <a:r>
              <a:rPr lang="en-US" sz="1100">
                <a:latin typeface="+mj-lt"/>
              </a:rPr>
              <a:t> id, </a:t>
            </a:r>
            <a:r>
              <a:rPr lang="en-US" sz="1100" err="1">
                <a:latin typeface="+mj-lt"/>
              </a:rPr>
              <a:t>sollicitudin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ut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nisl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Praesent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bibendum</a:t>
            </a:r>
            <a:r>
              <a:rPr lang="en-US" sz="1100">
                <a:latin typeface="+mj-lt"/>
              </a:rPr>
              <a:t> tempus </a:t>
            </a:r>
            <a:r>
              <a:rPr lang="en-US" sz="1100" err="1">
                <a:latin typeface="+mj-lt"/>
              </a:rPr>
              <a:t>tellus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nec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hendrerit</a:t>
            </a:r>
            <a:r>
              <a:rPr lang="en-US" sz="1100">
                <a:latin typeface="+mj-lt"/>
              </a:rPr>
              <a:t>. Nam in </a:t>
            </a:r>
            <a:r>
              <a:rPr lang="en-US" sz="1100" err="1">
                <a:latin typeface="+mj-lt"/>
              </a:rPr>
              <a:t>tempor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metus</a:t>
            </a:r>
            <a:r>
              <a:rPr lang="en-US" sz="1100">
                <a:latin typeface="+mj-lt"/>
              </a:rPr>
              <a:t>, ac </a:t>
            </a:r>
            <a:r>
              <a:rPr lang="en-US" sz="1100" err="1">
                <a:latin typeface="+mj-lt"/>
              </a:rPr>
              <a:t>finibus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purus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Praesent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consequat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lectus</a:t>
            </a:r>
            <a:r>
              <a:rPr lang="en-US" sz="1100">
                <a:latin typeface="+mj-lt"/>
              </a:rPr>
              <a:t> sit </a:t>
            </a:r>
            <a:r>
              <a:rPr lang="en-US" sz="1100" err="1">
                <a:latin typeface="+mj-lt"/>
              </a:rPr>
              <a:t>amet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tortor</a:t>
            </a:r>
            <a:r>
              <a:rPr lang="en-US" sz="1100">
                <a:latin typeface="+mj-lt"/>
              </a:rPr>
              <a:t> pharetra,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venenatis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eros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lacinia</a:t>
            </a:r>
            <a:r>
              <a:rPr lang="en-US" sz="1100">
                <a:latin typeface="+mj-lt"/>
              </a:rPr>
              <a:t>. In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erat</a:t>
            </a:r>
            <a:r>
              <a:rPr lang="en-US" sz="1100">
                <a:latin typeface="+mj-lt"/>
              </a:rPr>
              <a:t> libero.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lorem </a:t>
            </a:r>
            <a:r>
              <a:rPr lang="en-US" sz="1100" err="1">
                <a:latin typeface="+mj-lt"/>
              </a:rPr>
              <a:t>neque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commodo</a:t>
            </a:r>
            <a:r>
              <a:rPr lang="en-US" sz="1100">
                <a:latin typeface="+mj-lt"/>
              </a:rPr>
              <a:t> vitae ex at, pharetra convallis </a:t>
            </a:r>
            <a:r>
              <a:rPr lang="en-US" sz="1100" err="1">
                <a:latin typeface="+mj-lt"/>
              </a:rPr>
              <a:t>nunc</a:t>
            </a:r>
            <a:r>
              <a:rPr lang="en-US" sz="1100">
                <a:latin typeface="+mj-lt"/>
              </a:rPr>
              <a:t>. In </a:t>
            </a:r>
            <a:r>
              <a:rPr lang="en-US" sz="1100" err="1">
                <a:latin typeface="+mj-lt"/>
              </a:rPr>
              <a:t>vehicula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mauris</a:t>
            </a:r>
            <a:r>
              <a:rPr lang="en-US" sz="1100">
                <a:latin typeface="+mj-lt"/>
              </a:rPr>
              <a:t> ligula. </a:t>
            </a:r>
            <a:r>
              <a:rPr lang="en-US" sz="1100" err="1">
                <a:latin typeface="+mj-lt"/>
              </a:rPr>
              <a:t>Suspendisse</a:t>
            </a:r>
            <a:r>
              <a:rPr lang="en-US" sz="1100">
                <a:latin typeface="+mj-lt"/>
              </a:rPr>
              <a:t> in </a:t>
            </a:r>
            <a:r>
              <a:rPr lang="en-US" sz="1100" err="1">
                <a:latin typeface="+mj-lt"/>
              </a:rPr>
              <a:t>tellus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congue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odio</a:t>
            </a:r>
            <a:r>
              <a:rPr lang="en-US" sz="1100">
                <a:latin typeface="+mj-lt"/>
              </a:rPr>
              <a:t> pharetra </a:t>
            </a:r>
            <a:r>
              <a:rPr lang="en-US" sz="1100" err="1">
                <a:latin typeface="+mj-lt"/>
              </a:rPr>
              <a:t>finibus</a:t>
            </a:r>
            <a:r>
              <a:rPr lang="en-US" sz="1100">
                <a:latin typeface="+mj-lt"/>
              </a:rPr>
              <a:t>. Nam </a:t>
            </a:r>
            <a:r>
              <a:rPr lang="en-US" sz="1100" err="1">
                <a:latin typeface="+mj-lt"/>
              </a:rPr>
              <a:t>vel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auctor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justo</a:t>
            </a:r>
            <a:r>
              <a:rPr lang="en-US" sz="1100">
                <a:latin typeface="+mj-lt"/>
              </a:rPr>
              <a:t>, vitae </a:t>
            </a:r>
            <a:r>
              <a:rPr lang="en-US" sz="1100" err="1">
                <a:latin typeface="+mj-lt"/>
              </a:rPr>
              <a:t>hendrerit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orci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Duis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nec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sapien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viverra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bibendum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tellus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eget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pellentesque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massa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Nulla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feugiat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turpis</a:t>
            </a:r>
            <a:r>
              <a:rPr lang="en-US" sz="1100">
                <a:latin typeface="+mj-lt"/>
              </a:rPr>
              <a:t> et </a:t>
            </a:r>
            <a:r>
              <a:rPr lang="en-US" sz="1100" err="1">
                <a:latin typeface="+mj-lt"/>
              </a:rPr>
              <a:t>posuere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viverra</a:t>
            </a:r>
            <a:r>
              <a:rPr lang="en-US" sz="1100">
                <a:latin typeface="+mj-lt"/>
              </a:rPr>
              <a:t>, ipsum </a:t>
            </a:r>
            <a:r>
              <a:rPr lang="en-US" sz="1100" err="1">
                <a:latin typeface="+mj-lt"/>
              </a:rPr>
              <a:t>sem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tincidunt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est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finibus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tempor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nibh</a:t>
            </a:r>
            <a:r>
              <a:rPr lang="en-US" sz="1100">
                <a:latin typeface="+mj-lt"/>
              </a:rPr>
              <a:t> ante semper diam. </a:t>
            </a:r>
            <a:r>
              <a:rPr lang="en-US" sz="1100" err="1">
                <a:latin typeface="+mj-lt"/>
              </a:rPr>
              <a:t>Nullam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quis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euismod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neque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nec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facilisis</a:t>
            </a:r>
            <a:r>
              <a:rPr lang="en-US" sz="1100">
                <a:latin typeface="+mj-lt"/>
              </a:rPr>
              <a:t> sem. </a:t>
            </a:r>
            <a:r>
              <a:rPr lang="en-US" sz="1100" err="1">
                <a:latin typeface="+mj-lt"/>
              </a:rPr>
              <a:t>Morbi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egestas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iaculis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dignissim</a:t>
            </a:r>
            <a:r>
              <a:rPr lang="en-US" sz="1100">
                <a:latin typeface="+mj-lt"/>
              </a:rPr>
              <a:t>. In </a:t>
            </a:r>
            <a:r>
              <a:rPr lang="en-US" sz="1100" err="1">
                <a:latin typeface="+mj-lt"/>
              </a:rPr>
              <a:t>accumsan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tortor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elit</a:t>
            </a:r>
            <a:r>
              <a:rPr lang="en-US" sz="1100">
                <a:latin typeface="+mj-lt"/>
              </a:rPr>
              <a:t>, non </a:t>
            </a:r>
            <a:r>
              <a:rPr lang="en-US" sz="1100" err="1">
                <a:latin typeface="+mj-lt"/>
              </a:rPr>
              <a:t>euismod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eros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accumsan</a:t>
            </a:r>
            <a:r>
              <a:rPr lang="en-US" sz="1100">
                <a:latin typeface="+mj-lt"/>
              </a:rPr>
              <a:t> ac.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ultrices</a:t>
            </a:r>
            <a:r>
              <a:rPr lang="en-US" sz="1100">
                <a:latin typeface="+mj-lt"/>
              </a:rPr>
              <a:t> mi lorem, </a:t>
            </a:r>
            <a:r>
              <a:rPr lang="en-US" sz="1100" err="1">
                <a:latin typeface="+mj-lt"/>
              </a:rPr>
              <a:t>ut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dignissim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nibh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facilisis</a:t>
            </a:r>
            <a:r>
              <a:rPr lang="en-US" sz="1100">
                <a:latin typeface="+mj-lt"/>
              </a:rPr>
              <a:t> vel.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57188" y="1079500"/>
            <a:ext cx="8429625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Highlight goes here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0989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422400"/>
            <a:ext cx="3986211" cy="3054350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</a:p>
          <a:p>
            <a:pPr lvl="0"/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57189" y="1079500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Highlight goes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4800599" y="1422400"/>
            <a:ext cx="3993357" cy="3054350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</a:p>
          <a:p>
            <a:pPr lvl="0"/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800597" y="1079500"/>
            <a:ext cx="3993359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OTHER Highlight goes here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108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079500"/>
            <a:ext cx="3986211" cy="33972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endParaRPr lang="en-US"/>
          </a:p>
          <a:p>
            <a:pPr lvl="0"/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</a:t>
            </a:r>
            <a:br>
              <a:rPr lang="en-US"/>
            </a:br>
            <a:r>
              <a:rPr lang="en-US"/>
              <a:t>fames ac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5334000" y="0"/>
            <a:ext cx="3810000" cy="48196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Please add picture here</a:t>
            </a:r>
          </a:p>
          <a:p>
            <a:endParaRPr lang="en-US"/>
          </a:p>
          <a:p>
            <a:endParaRPr lang="en-US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294409" y="716437"/>
            <a:ext cx="422202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708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Highligh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422400"/>
            <a:ext cx="3986212" cy="30543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</a:p>
          <a:p>
            <a:pPr lvl="0"/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5334000" y="0"/>
            <a:ext cx="3810000" cy="48196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Please add picture here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57189" y="1079500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Highlight goes here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294409" y="716437"/>
            <a:ext cx="422202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611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5334000" y="0"/>
            <a:ext cx="3810000" cy="48196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Please add picture here</a:t>
            </a:r>
          </a:p>
          <a:p>
            <a:endParaRPr lang="en-US"/>
          </a:p>
          <a:p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294409" y="716437"/>
            <a:ext cx="422202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357188" y="1092491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3" hasCustomPrompt="1"/>
          </p:nvPr>
        </p:nvSpPr>
        <p:spPr>
          <a:xfrm>
            <a:off x="710972" y="1092491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Please put section one title here</a:t>
            </a:r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357188" y="4120134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357188" y="1698020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357188" y="2303549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13"/>
          <p:cNvSpPr>
            <a:spLocks noGrp="1"/>
          </p:cNvSpPr>
          <p:nvPr>
            <p:ph type="body" sz="quarter" idx="17" hasCustomPrompt="1"/>
          </p:nvPr>
        </p:nvSpPr>
        <p:spPr>
          <a:xfrm>
            <a:off x="357188" y="2909078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13"/>
          <p:cNvSpPr>
            <a:spLocks noGrp="1"/>
          </p:cNvSpPr>
          <p:nvPr>
            <p:ph type="body" sz="quarter" idx="18" hasCustomPrompt="1"/>
          </p:nvPr>
        </p:nvSpPr>
        <p:spPr>
          <a:xfrm>
            <a:off x="357188" y="3514607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9" hasCustomPrompt="1"/>
          </p:nvPr>
        </p:nvSpPr>
        <p:spPr>
          <a:xfrm>
            <a:off x="710972" y="1697608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Please put section TWO title here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710972" y="2302725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Please put section THREE title here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1" hasCustomPrompt="1"/>
          </p:nvPr>
        </p:nvSpPr>
        <p:spPr>
          <a:xfrm>
            <a:off x="710972" y="2907842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22" hasCustomPrompt="1"/>
          </p:nvPr>
        </p:nvSpPr>
        <p:spPr>
          <a:xfrm>
            <a:off x="710972" y="3512959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And delete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3" hasCustomPrompt="1"/>
          </p:nvPr>
        </p:nvSpPr>
        <p:spPr>
          <a:xfrm>
            <a:off x="710972" y="4118077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The extras</a:t>
            </a:r>
          </a:p>
        </p:txBody>
      </p:sp>
      <p:sp>
        <p:nvSpPr>
          <p:cNvPr id="3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546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Profile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673894" y="1780394"/>
            <a:ext cx="3986211" cy="2696355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73893" y="1079500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Highlight goes here</a:t>
            </a:r>
          </a:p>
        </p:txBody>
      </p: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673893" y="1437495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900" b="1" i="1" cap="none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Please put title here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5333999" y="0"/>
            <a:ext cx="3810001" cy="48266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 userDrawn="1"/>
        </p:nvSpPr>
        <p:spPr>
          <a:xfrm>
            <a:off x="6228906" y="1403226"/>
            <a:ext cx="2020186" cy="2020186"/>
          </a:xfrm>
          <a:prstGeom prst="ellipse">
            <a:avLst/>
          </a:prstGeom>
          <a:noFill/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6406895" y="1581215"/>
            <a:ext cx="1664208" cy="1664208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PLEASE 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546782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4480321" y="1780394"/>
            <a:ext cx="3993357" cy="2696355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480321" y="1079500"/>
            <a:ext cx="3986213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Please put name here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-1" y="0"/>
            <a:ext cx="3810001" cy="48266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 userDrawn="1"/>
        </p:nvSpPr>
        <p:spPr>
          <a:xfrm>
            <a:off x="894906" y="1403226"/>
            <a:ext cx="2020186" cy="2020186"/>
          </a:xfrm>
          <a:prstGeom prst="ellipse">
            <a:avLst/>
          </a:prstGeom>
          <a:noFill/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1072895" y="1581215"/>
            <a:ext cx="1664208" cy="1664208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PLEASE INSERT PHOTO HERE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480321" y="1437495"/>
            <a:ext cx="399354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900" b="1" i="1" cap="none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Please put title here</a:t>
            </a:r>
          </a:p>
        </p:txBody>
      </p:sp>
      <p:sp>
        <p:nvSpPr>
          <p:cNvPr id="1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285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0">
          <p15:clr>
            <a:srgbClr val="FBAE40"/>
          </p15:clr>
        </p15:guide>
        <p15:guide id="2" orient="horz" pos="1524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 Color Canva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8" y="1079500"/>
            <a:ext cx="8429625" cy="33972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  <a:br>
              <a:rPr lang="en-US"/>
            </a:br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  <a:br>
              <a:rPr lang="en-US"/>
            </a:br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</a:t>
            </a:r>
            <a:br>
              <a:rPr lang="en-US"/>
            </a:br>
            <a:r>
              <a:rPr lang="en-US"/>
              <a:t>fames ac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lang="en-US" sz="1100">
                <a:latin typeface="+mj-lt"/>
              </a:rPr>
              <a:t>In </a:t>
            </a:r>
            <a:r>
              <a:rPr lang="en-US" sz="1100" err="1">
                <a:latin typeface="+mj-lt"/>
              </a:rPr>
              <a:t>egestas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orci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eu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lacinia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consectetur</a:t>
            </a:r>
            <a:r>
              <a:rPr lang="en-US" sz="1100">
                <a:latin typeface="+mj-lt"/>
              </a:rPr>
              <a:t>. In dolor ipsum, gravida et </a:t>
            </a:r>
            <a:r>
              <a:rPr lang="en-US" sz="1100" err="1">
                <a:latin typeface="+mj-lt"/>
              </a:rPr>
              <a:t>sagittis</a:t>
            </a:r>
            <a:r>
              <a:rPr lang="en-US" sz="1100">
                <a:latin typeface="+mj-lt"/>
              </a:rPr>
              <a:t> id, </a:t>
            </a:r>
            <a:r>
              <a:rPr lang="en-US" sz="1100" err="1">
                <a:latin typeface="+mj-lt"/>
              </a:rPr>
              <a:t>sollicitudin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ut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nisl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Praesent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bibendum</a:t>
            </a:r>
            <a:r>
              <a:rPr lang="en-US" sz="1100">
                <a:latin typeface="+mj-lt"/>
              </a:rPr>
              <a:t> tempus </a:t>
            </a:r>
            <a:r>
              <a:rPr lang="en-US" sz="1100" err="1">
                <a:latin typeface="+mj-lt"/>
              </a:rPr>
              <a:t>tellus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nec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hendrerit</a:t>
            </a:r>
            <a:r>
              <a:rPr lang="en-US" sz="1100">
                <a:latin typeface="+mj-lt"/>
              </a:rPr>
              <a:t>. Nam in </a:t>
            </a:r>
            <a:r>
              <a:rPr lang="en-US" sz="1100" err="1">
                <a:latin typeface="+mj-lt"/>
              </a:rPr>
              <a:t>tempor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metus</a:t>
            </a:r>
            <a:r>
              <a:rPr lang="en-US" sz="1100">
                <a:latin typeface="+mj-lt"/>
              </a:rPr>
              <a:t>, ac </a:t>
            </a:r>
            <a:r>
              <a:rPr lang="en-US" sz="1100" err="1">
                <a:latin typeface="+mj-lt"/>
              </a:rPr>
              <a:t>finibus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purus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Praesent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consequat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lectus</a:t>
            </a:r>
            <a:r>
              <a:rPr lang="en-US" sz="1100">
                <a:latin typeface="+mj-lt"/>
              </a:rPr>
              <a:t> sit </a:t>
            </a:r>
            <a:r>
              <a:rPr lang="en-US" sz="1100" err="1">
                <a:latin typeface="+mj-lt"/>
              </a:rPr>
              <a:t>amet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tortor</a:t>
            </a:r>
            <a:r>
              <a:rPr lang="en-US" sz="1100">
                <a:latin typeface="+mj-lt"/>
              </a:rPr>
              <a:t> pharetra,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venenatis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eros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lacinia</a:t>
            </a:r>
            <a:r>
              <a:rPr lang="en-US" sz="1100">
                <a:latin typeface="+mj-lt"/>
              </a:rPr>
              <a:t>. In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erat</a:t>
            </a:r>
            <a:r>
              <a:rPr lang="en-US" sz="1100">
                <a:latin typeface="+mj-lt"/>
              </a:rPr>
              <a:t> libero.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lorem </a:t>
            </a:r>
            <a:r>
              <a:rPr lang="en-US" sz="1100" err="1">
                <a:latin typeface="+mj-lt"/>
              </a:rPr>
              <a:t>neque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commodo</a:t>
            </a:r>
            <a:r>
              <a:rPr lang="en-US" sz="1100">
                <a:latin typeface="+mj-lt"/>
              </a:rPr>
              <a:t> vitae ex at, pharetra convallis </a:t>
            </a:r>
            <a:r>
              <a:rPr lang="en-US" sz="1100" err="1">
                <a:latin typeface="+mj-lt"/>
              </a:rPr>
              <a:t>nunc</a:t>
            </a:r>
            <a:r>
              <a:rPr lang="en-US" sz="1100">
                <a:latin typeface="+mj-lt"/>
              </a:rPr>
              <a:t>. In </a:t>
            </a:r>
            <a:r>
              <a:rPr lang="en-US" sz="1100" err="1">
                <a:latin typeface="+mj-lt"/>
              </a:rPr>
              <a:t>vehicula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mauris</a:t>
            </a:r>
            <a:r>
              <a:rPr lang="en-US" sz="1100">
                <a:latin typeface="+mj-lt"/>
              </a:rPr>
              <a:t> ligula. </a:t>
            </a:r>
            <a:r>
              <a:rPr lang="en-US" sz="1100" err="1">
                <a:latin typeface="+mj-lt"/>
              </a:rPr>
              <a:t>Suspendisse</a:t>
            </a:r>
            <a:r>
              <a:rPr lang="en-US" sz="1100">
                <a:latin typeface="+mj-lt"/>
              </a:rPr>
              <a:t> in </a:t>
            </a:r>
            <a:r>
              <a:rPr lang="en-US" sz="1100" err="1">
                <a:latin typeface="+mj-lt"/>
              </a:rPr>
              <a:t>tellus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congue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odio</a:t>
            </a:r>
            <a:r>
              <a:rPr lang="en-US" sz="1100">
                <a:latin typeface="+mj-lt"/>
              </a:rPr>
              <a:t> pharetra </a:t>
            </a:r>
            <a:r>
              <a:rPr lang="en-US" sz="1100" err="1">
                <a:latin typeface="+mj-lt"/>
              </a:rPr>
              <a:t>finibus</a:t>
            </a:r>
            <a:r>
              <a:rPr lang="en-US" sz="1100">
                <a:latin typeface="+mj-lt"/>
              </a:rPr>
              <a:t>. Nam </a:t>
            </a:r>
            <a:r>
              <a:rPr lang="en-US" sz="1100" err="1">
                <a:latin typeface="+mj-lt"/>
              </a:rPr>
              <a:t>vel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auctor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justo</a:t>
            </a:r>
            <a:r>
              <a:rPr lang="en-US" sz="1100">
                <a:latin typeface="+mj-lt"/>
              </a:rPr>
              <a:t>, vitae </a:t>
            </a:r>
            <a:r>
              <a:rPr lang="en-US" sz="1100" err="1">
                <a:latin typeface="+mj-lt"/>
              </a:rPr>
              <a:t>hendrerit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orci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Duis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nec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sapien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viverra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bibendum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tellus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eget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pellentesque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massa</a:t>
            </a:r>
            <a:r>
              <a:rPr lang="en-US" sz="1100">
                <a:latin typeface="+mj-lt"/>
              </a:rPr>
              <a:t>. </a:t>
            </a:r>
            <a:r>
              <a:rPr lang="en-US" sz="1100" err="1">
                <a:latin typeface="+mj-lt"/>
              </a:rPr>
              <a:t>Nulla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feugiat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turpis</a:t>
            </a:r>
            <a:r>
              <a:rPr lang="en-US" sz="1100">
                <a:latin typeface="+mj-lt"/>
              </a:rPr>
              <a:t> et </a:t>
            </a:r>
            <a:r>
              <a:rPr lang="en-US" sz="1100" err="1">
                <a:latin typeface="+mj-lt"/>
              </a:rPr>
              <a:t>posuere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viverra</a:t>
            </a:r>
            <a:r>
              <a:rPr lang="en-US" sz="1100">
                <a:latin typeface="+mj-lt"/>
              </a:rPr>
              <a:t>, ipsum </a:t>
            </a:r>
            <a:r>
              <a:rPr lang="en-US" sz="1100" err="1">
                <a:latin typeface="+mj-lt"/>
              </a:rPr>
              <a:t>sem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tincidunt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est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finibus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tempor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nibh</a:t>
            </a:r>
            <a:r>
              <a:rPr lang="en-US" sz="1100">
                <a:latin typeface="+mj-lt"/>
              </a:rPr>
              <a:t> ante semper diam. </a:t>
            </a:r>
            <a:r>
              <a:rPr lang="en-US" sz="1100" err="1">
                <a:latin typeface="+mj-lt"/>
              </a:rPr>
              <a:t>Nullam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quis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euismod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neque</a:t>
            </a:r>
            <a:r>
              <a:rPr lang="en-US" sz="1100">
                <a:latin typeface="+mj-lt"/>
              </a:rPr>
              <a:t>, </a:t>
            </a:r>
            <a:r>
              <a:rPr lang="en-US" sz="1100" err="1">
                <a:latin typeface="+mj-lt"/>
              </a:rPr>
              <a:t>nec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facilisis</a:t>
            </a:r>
            <a:r>
              <a:rPr lang="en-US" sz="1100">
                <a:latin typeface="+mj-lt"/>
              </a:rPr>
              <a:t> sem. </a:t>
            </a:r>
            <a:r>
              <a:rPr lang="en-US" sz="1100" err="1">
                <a:latin typeface="+mj-lt"/>
              </a:rPr>
              <a:t>Morbi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egestas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iaculis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dignissim</a:t>
            </a:r>
            <a:r>
              <a:rPr lang="en-US" sz="1100">
                <a:latin typeface="+mj-lt"/>
              </a:rPr>
              <a:t>. In </a:t>
            </a:r>
            <a:r>
              <a:rPr lang="en-US" sz="1100" err="1">
                <a:latin typeface="+mj-lt"/>
              </a:rPr>
              <a:t>accumsan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tortor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elit</a:t>
            </a:r>
            <a:r>
              <a:rPr lang="en-US" sz="1100">
                <a:latin typeface="+mj-lt"/>
              </a:rPr>
              <a:t>, non </a:t>
            </a:r>
            <a:r>
              <a:rPr lang="en-US" sz="1100" err="1">
                <a:latin typeface="+mj-lt"/>
              </a:rPr>
              <a:t>euismod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eros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accumsan</a:t>
            </a:r>
            <a:r>
              <a:rPr lang="en-US" sz="1100">
                <a:latin typeface="+mj-lt"/>
              </a:rPr>
              <a:t> ac. </a:t>
            </a:r>
            <a:r>
              <a:rPr lang="en-US" sz="1100" err="1">
                <a:latin typeface="+mj-lt"/>
              </a:rPr>
              <a:t>Sed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ultrices</a:t>
            </a:r>
            <a:r>
              <a:rPr lang="en-US" sz="1100">
                <a:latin typeface="+mj-lt"/>
              </a:rPr>
              <a:t> mi lorem, </a:t>
            </a:r>
            <a:r>
              <a:rPr lang="en-US" sz="1100" err="1">
                <a:latin typeface="+mj-lt"/>
              </a:rPr>
              <a:t>ut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dignissim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nibh</a:t>
            </a:r>
            <a:r>
              <a:rPr lang="en-US" sz="1100">
                <a:latin typeface="+mj-lt"/>
              </a:rPr>
              <a:t> </a:t>
            </a:r>
            <a:r>
              <a:rPr lang="en-US" sz="1100" err="1">
                <a:latin typeface="+mj-lt"/>
              </a:rPr>
              <a:t>facilisis</a:t>
            </a:r>
            <a:r>
              <a:rPr lang="en-US" sz="1100">
                <a:latin typeface="+mj-lt"/>
              </a:rPr>
              <a:t> vel.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5994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on Color Canva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Please Add Slide Headline Here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422400"/>
            <a:ext cx="3986211" cy="305435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</a:p>
          <a:p>
            <a:pPr lvl="0"/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57189" y="1079500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Highlight goes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4800599" y="1422400"/>
            <a:ext cx="3993357" cy="305435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</a:p>
          <a:p>
            <a:pPr lvl="0"/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800599" y="1079500"/>
            <a:ext cx="3986214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OTHER Highlight goes here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328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on Color Canvas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/>
          <p:cNvSpPr>
            <a:spLocks noGrp="1"/>
          </p:cNvSpPr>
          <p:nvPr>
            <p:ph sz="quarter" idx="16" hasCustomPrompt="1"/>
          </p:nvPr>
        </p:nvSpPr>
        <p:spPr>
          <a:xfrm>
            <a:off x="1127175" y="1238584"/>
            <a:ext cx="2304288" cy="2903538"/>
          </a:xfrm>
          <a:ln>
            <a:solidFill>
              <a:schemeClr val="bg1"/>
            </a:solidFill>
          </a:ln>
        </p:spPr>
        <p:txBody>
          <a:bodyPr vert="horz" lIns="182880" tIns="274320" rIns="182880" bIns="274320" rtlCol="0">
            <a:normAutofit/>
          </a:bodyPr>
          <a:lstStyle>
            <a:lvl1pPr>
              <a:defRPr lang="en-US" sz="1000" dirty="0" smtClean="0">
                <a:solidFill>
                  <a:schemeClr val="bg1"/>
                </a:solidFill>
              </a:defRPr>
            </a:lvl1pPr>
            <a:lvl2pPr>
              <a:defRPr lang="en-US" sz="1000" dirty="0" smtClean="0">
                <a:solidFill>
                  <a:schemeClr val="bg1"/>
                </a:solidFill>
              </a:defRPr>
            </a:lvl2pPr>
            <a:lvl3pPr>
              <a:defRPr lang="en-US" sz="1000" dirty="0" smtClean="0">
                <a:solidFill>
                  <a:schemeClr val="bg1"/>
                </a:solidFill>
              </a:defRPr>
            </a:lvl3pPr>
            <a:lvl4pPr>
              <a:defRPr lang="en-US" sz="1000" dirty="0" smtClean="0">
                <a:solidFill>
                  <a:schemeClr val="bg1"/>
                </a:solidFill>
              </a:defRPr>
            </a:lvl4pPr>
            <a:lvl5pPr>
              <a:defRPr lang="en-US" sz="10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</a:p>
          <a:p>
            <a:pPr lvl="0"/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</a:p>
        </p:txBody>
      </p:sp>
      <p:sp>
        <p:nvSpPr>
          <p:cNvPr id="5" name="Title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735751" y="799672"/>
            <a:ext cx="2304288" cy="438912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lIns="91440" tIns="0" rIns="91440" bIns="0" anchor="ctr">
            <a:noAutofit/>
          </a:bodyPr>
          <a:lstStyle>
            <a:lvl1pPr marL="0" indent="0" algn="ctr">
              <a:buNone/>
              <a:defRPr sz="1200" b="1" i="0" cap="all" spc="200" baseline="0"/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en-US"/>
              <a:t>ADD TITILE HERE</a:t>
            </a:r>
          </a:p>
        </p:txBody>
      </p:sp>
      <p:sp>
        <p:nvSpPr>
          <p:cNvPr id="4" name="Title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431463" y="799672"/>
            <a:ext cx="2304288" cy="438912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lIns="91440" tIns="0" rIns="91440" bIns="0" anchor="ctr">
            <a:noAutofit/>
          </a:bodyPr>
          <a:lstStyle>
            <a:lvl1pPr marL="0" indent="0" algn="ctr">
              <a:buNone/>
              <a:defRPr sz="1200" b="1" i="0" cap="all" spc="200" baseline="0"/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en-US"/>
              <a:t>ADD TITILE HERE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body" sz="quarter" idx="12" hasCustomPrompt="1"/>
          </p:nvPr>
        </p:nvSpPr>
        <p:spPr>
          <a:xfrm>
            <a:off x="1127175" y="799672"/>
            <a:ext cx="2304288" cy="438912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lIns="91440" tIns="0" rIns="91440" bIns="0" anchor="ctr">
            <a:noAutofit/>
          </a:bodyPr>
          <a:lstStyle>
            <a:lvl1pPr marL="0" indent="0" algn="ctr">
              <a:buNone/>
              <a:defRPr sz="1200" b="1" i="0" cap="all" spc="200" baseline="0"/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en-US"/>
              <a:t>ADD TITILE HERE</a:t>
            </a:r>
          </a:p>
        </p:txBody>
      </p:sp>
      <p:sp>
        <p:nvSpPr>
          <p:cNvPr id="1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Content Placeholder 14"/>
          <p:cNvSpPr>
            <a:spLocks noGrp="1"/>
          </p:cNvSpPr>
          <p:nvPr>
            <p:ph sz="quarter" idx="17" hasCustomPrompt="1"/>
          </p:nvPr>
        </p:nvSpPr>
        <p:spPr>
          <a:xfrm>
            <a:off x="5735751" y="1238584"/>
            <a:ext cx="2304288" cy="2903538"/>
          </a:xfrm>
          <a:ln>
            <a:solidFill>
              <a:schemeClr val="bg1"/>
            </a:solidFill>
          </a:ln>
        </p:spPr>
        <p:txBody>
          <a:bodyPr vert="horz" lIns="182880" tIns="274320" rIns="182880" bIns="274320" rtlCol="0">
            <a:normAutofit/>
          </a:bodyPr>
          <a:lstStyle>
            <a:lvl1pPr>
              <a:defRPr lang="en-US" sz="1000" dirty="0" smtClean="0">
                <a:solidFill>
                  <a:schemeClr val="bg1"/>
                </a:solidFill>
              </a:defRPr>
            </a:lvl1pPr>
            <a:lvl2pPr>
              <a:defRPr lang="en-US" sz="1000" dirty="0" smtClean="0">
                <a:solidFill>
                  <a:schemeClr val="bg1"/>
                </a:solidFill>
              </a:defRPr>
            </a:lvl2pPr>
            <a:lvl3pPr>
              <a:defRPr lang="en-US" sz="1000" dirty="0" smtClean="0">
                <a:solidFill>
                  <a:schemeClr val="bg1"/>
                </a:solidFill>
              </a:defRPr>
            </a:lvl3pPr>
            <a:lvl4pPr>
              <a:defRPr lang="en-US" sz="1000" dirty="0" smtClean="0">
                <a:solidFill>
                  <a:schemeClr val="bg1"/>
                </a:solidFill>
              </a:defRPr>
            </a:lvl4pPr>
            <a:lvl5pPr>
              <a:defRPr lang="en-US" sz="10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</a:p>
          <a:p>
            <a:pPr lvl="0"/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</a:p>
        </p:txBody>
      </p:sp>
      <p:sp>
        <p:nvSpPr>
          <p:cNvPr id="17" name="Content Placeholder 14"/>
          <p:cNvSpPr>
            <a:spLocks noGrp="1"/>
          </p:cNvSpPr>
          <p:nvPr>
            <p:ph sz="quarter" idx="18" hasCustomPrompt="1"/>
          </p:nvPr>
        </p:nvSpPr>
        <p:spPr>
          <a:xfrm>
            <a:off x="3431463" y="1238584"/>
            <a:ext cx="2304288" cy="2903538"/>
          </a:xfrm>
          <a:ln>
            <a:solidFill>
              <a:schemeClr val="bg1"/>
            </a:solidFill>
          </a:ln>
        </p:spPr>
        <p:txBody>
          <a:bodyPr vert="horz" lIns="182880" tIns="274320" rIns="182880" bIns="274320" rtlCol="0">
            <a:normAutofit/>
          </a:bodyPr>
          <a:lstStyle>
            <a:lvl1pPr>
              <a:defRPr lang="en-US" sz="1000" dirty="0" smtClean="0">
                <a:solidFill>
                  <a:schemeClr val="bg1"/>
                </a:solidFill>
              </a:defRPr>
            </a:lvl1pPr>
            <a:lvl2pPr>
              <a:defRPr lang="en-US" sz="1000" dirty="0" smtClean="0">
                <a:solidFill>
                  <a:schemeClr val="bg1"/>
                </a:solidFill>
              </a:defRPr>
            </a:lvl2pPr>
            <a:lvl3pPr>
              <a:defRPr lang="en-US" sz="1000" dirty="0" smtClean="0">
                <a:solidFill>
                  <a:schemeClr val="bg1"/>
                </a:solidFill>
              </a:defRPr>
            </a:lvl3pPr>
            <a:lvl4pPr>
              <a:defRPr lang="en-US" sz="1000" dirty="0" smtClean="0">
                <a:solidFill>
                  <a:schemeClr val="bg1"/>
                </a:solidFill>
              </a:defRPr>
            </a:lvl4pPr>
            <a:lvl5pPr>
              <a:defRPr lang="en-US" sz="10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</a:p>
          <a:p>
            <a:pPr lvl="0"/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2211871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EPAM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780953" y="2098360"/>
            <a:ext cx="5582093" cy="58738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latin typeface="+mj-lt"/>
              </a:defRPr>
            </a:lvl2pPr>
            <a:lvl3pPr marL="914400" indent="0">
              <a:buNone/>
              <a:defRPr sz="1600">
                <a:latin typeface="+mj-lt"/>
              </a:defRPr>
            </a:lvl3pPr>
            <a:lvl4pPr marL="1371600" indent="0">
              <a:buNone/>
              <a:defRPr sz="1600">
                <a:latin typeface="+mj-lt"/>
              </a:defRPr>
            </a:lvl4pPr>
            <a:lvl5pPr marL="1828800" indent="0">
              <a:buNone/>
              <a:defRPr sz="1600">
                <a:latin typeface="+mj-lt"/>
              </a:defRPr>
            </a:lvl5pPr>
          </a:lstStyle>
          <a:p>
            <a:pPr algn="ctr">
              <a:lnSpc>
                <a:spcPts val="2400"/>
              </a:lnSpc>
            </a:pPr>
            <a:r>
              <a:rPr lang="en-US" sz="1600" baseline="0">
                <a:solidFill>
                  <a:schemeClr val="bg1"/>
                </a:solidFill>
                <a:latin typeface="+mj-lt"/>
              </a:rPr>
              <a:t>Please add call out or quote here</a:t>
            </a:r>
            <a:br>
              <a:rPr lang="en-US" sz="1600" baseline="0">
                <a:solidFill>
                  <a:schemeClr val="bg1"/>
                </a:solidFill>
                <a:latin typeface="+mj-lt"/>
              </a:rPr>
            </a:br>
            <a:r>
              <a:rPr lang="en-US" sz="1600" baseline="0">
                <a:solidFill>
                  <a:schemeClr val="bg1"/>
                </a:solidFill>
                <a:latin typeface="+mj-lt"/>
              </a:rPr>
              <a:t>sit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amet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,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consectetur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adipiscing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elit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Sed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nec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sem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gravida,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dapibus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turpis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porttitor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,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tincidunt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nibh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Orci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varius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natoque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penatibus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et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magnis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dis parturient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montes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,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nascetur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ridiculus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mus. Nam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eget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enim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mauris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Vivamus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sit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amet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congue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nunc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Duis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pellentesque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posuere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rutrum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Pellentesque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ac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diam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quis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justo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placerat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porta.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Phasellus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bibendum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vehicula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sem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id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ornare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. Nam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commodo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ac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purus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condimentum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porta.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Proin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condimentum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lectus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leo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, in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lacinia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diam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err="1">
                <a:solidFill>
                  <a:schemeClr val="bg1"/>
                </a:solidFill>
                <a:latin typeface="+mj-lt"/>
              </a:rPr>
              <a:t>placerat</a:t>
            </a:r>
            <a:r>
              <a:rPr lang="en-US" sz="1600" baseline="0">
                <a:solidFill>
                  <a:schemeClr val="bg1"/>
                </a:solidFill>
                <a:latin typeface="+mj-lt"/>
              </a:rPr>
              <a:t> convallis. </a:t>
            </a:r>
            <a:endParaRPr lang="en-US" sz="1600" b="1" spc="200" baseline="0">
              <a:solidFill>
                <a:schemeClr val="bg1"/>
              </a:solidFill>
              <a:latin typeface="+mj-lt"/>
              <a:ea typeface="Calibri" charset="0"/>
              <a:cs typeface="Calibri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screen">
            <a:alphaModFix amt="1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3049" r="42496"/>
          <a:stretch/>
        </p:blipFill>
        <p:spPr>
          <a:xfrm>
            <a:off x="1" y="-122440"/>
            <a:ext cx="1548202" cy="118744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screen">
            <a:alphaModFix amt="1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3049" r="42496"/>
          <a:stretch/>
        </p:blipFill>
        <p:spPr>
          <a:xfrm rot="10800000">
            <a:off x="7595798" y="3681859"/>
            <a:ext cx="1548202" cy="1187447"/>
          </a:xfrm>
          <a:prstGeom prst="rect">
            <a:avLst/>
          </a:prstGeom>
        </p:spPr>
      </p:pic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481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24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94430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3040C60-A39E-8442-A520-BA092303AC98}"/>
              </a:ext>
            </a:extLst>
          </p:cNvPr>
          <p:cNvCxnSpPr/>
          <p:nvPr userDrawn="1"/>
        </p:nvCxnSpPr>
        <p:spPr>
          <a:xfrm flipV="1">
            <a:off x="5986464" y="703218"/>
            <a:ext cx="0" cy="4123421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21FF28FE-B84E-5D44-B6A6-4B55087B12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711726"/>
            <a:ext cx="5986464" cy="408999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Please add picture here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7" name="Shape 920">
            <a:extLst>
              <a:ext uri="{FF2B5EF4-FFF2-40B4-BE49-F238E27FC236}">
                <a16:creationId xmlns:a16="http://schemas.microsoft.com/office/drawing/2014/main" id="{D1A5E50C-7A92-6F49-870C-2507B203D755}"/>
              </a:ext>
            </a:extLst>
          </p:cNvPr>
          <p:cNvSpPr/>
          <p:nvPr userDrawn="1"/>
        </p:nvSpPr>
        <p:spPr>
          <a:xfrm>
            <a:off x="5986464" y="711726"/>
            <a:ext cx="3157536" cy="518593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28575" rIns="0" bIns="28575" anchor="ctr">
            <a:noAutofit/>
          </a:bodyPr>
          <a:lstStyle/>
          <a:p>
            <a:pPr marR="23813" indent="23813" algn="ctr" defTabSz="309567">
              <a:lnSpc>
                <a:spcPct val="90000"/>
              </a:lnSpc>
              <a:defRPr sz="2800" cap="all">
                <a:solidFill>
                  <a:srgbClr val="FFFFFF"/>
                </a:solidFill>
                <a:latin typeface="Oswald DemiBold"/>
                <a:ea typeface="Oswald DemiBold"/>
                <a:cs typeface="Oswald DemiBold"/>
                <a:sym typeface="Oswald DemiBold"/>
              </a:defRPr>
            </a:pPr>
            <a:endParaRPr sz="1200" b="1" kern="0" cap="all" spc="100">
              <a:solidFill>
                <a:srgbClr val="FFFFFF"/>
              </a:solidFill>
              <a:latin typeface="Calibri" charset="0"/>
              <a:ea typeface="Calibri" charset="0"/>
              <a:cs typeface="Calibri" charset="0"/>
              <a:sym typeface="Oswald DemiBold"/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86B7237-6AD3-844E-9A6E-C3E0C1013A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86462" y="769496"/>
            <a:ext cx="3157537" cy="438912"/>
          </a:xfrm>
          <a:noFill/>
          <a:ln>
            <a:noFill/>
          </a:ln>
        </p:spPr>
        <p:txBody>
          <a:bodyPr wrap="none" lIns="91440" tIns="0" rIns="91440" bIns="0" anchor="ctr">
            <a:noAutofit/>
          </a:bodyPr>
          <a:lstStyle>
            <a:lvl1pPr marL="0" indent="0" algn="ctr">
              <a:buNone/>
              <a:defRPr sz="1200" b="1" i="0" cap="all" spc="200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en-US"/>
              <a:t>ADD TITILE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94328E10-B013-0A4C-A50C-6D1D6CFD70B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93213" y="1772289"/>
            <a:ext cx="2656378" cy="305435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148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</a:p>
          <a:p>
            <a:pPr marL="171450" marR="0" lvl="0" indent="-171450" algn="l" defTabSz="914400" rtl="0" eaLnBrk="1" fontAlgn="auto" latinLnBrk="0" hangingPunct="1">
              <a:lnSpc>
                <a:spcPts val="148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ABD56F5B-8455-0345-910E-53CDD8476F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3213" y="1429389"/>
            <a:ext cx="2656378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Highlight goes here</a:t>
            </a:r>
          </a:p>
        </p:txBody>
      </p:sp>
    </p:spTree>
    <p:extLst>
      <p:ext uri="{BB962C8B-B14F-4D97-AF65-F5344CB8AC3E}">
        <p14:creationId xmlns:p14="http://schemas.microsoft.com/office/powerpoint/2010/main" val="12827331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5452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reaker - EPAM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80954" y="1803228"/>
            <a:ext cx="5582093" cy="1220182"/>
          </a:xfrm>
          <a:ln w="6350">
            <a:solidFill>
              <a:schemeClr val="bg1"/>
            </a:solidFill>
          </a:ln>
        </p:spPr>
        <p:txBody>
          <a:bodyPr/>
          <a:lstStyle>
            <a:lvl1pPr algn="ctr">
              <a:lnSpc>
                <a:spcPct val="100000"/>
              </a:lnSpc>
              <a:spcBef>
                <a:spcPts val="380"/>
              </a:spcBef>
              <a:spcAft>
                <a:spcPts val="300"/>
              </a:spcAft>
              <a:defRPr sz="1600" b="1" spc="200" baseline="0">
                <a:latin typeface="+mn-lt"/>
              </a:defRPr>
            </a:lvl1pPr>
          </a:lstStyle>
          <a:p>
            <a:r>
              <a:rPr lang="en-US"/>
              <a:t>Please add BREAKER SLIDE TITLE HERE</a:t>
            </a:r>
            <a:br>
              <a:rPr lang="en-US"/>
            </a:br>
            <a:r>
              <a:rPr lang="en-US"/>
              <a:t>Please add SECOND LINE OF TITLE HERE</a:t>
            </a:r>
          </a:p>
        </p:txBody>
      </p:sp>
    </p:spTree>
    <p:extLst>
      <p:ext uri="{BB962C8B-B14F-4D97-AF65-F5344CB8AC3E}">
        <p14:creationId xmlns:p14="http://schemas.microsoft.com/office/powerpoint/2010/main" val="3482130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image" Target="../media/image5.emf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.emf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3.xml"/><Relationship Id="rId19" Type="http://schemas.openxmlformats.org/officeDocument/2006/relationships/image" Target="../media/image5.emf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31466" y="1412416"/>
            <a:ext cx="4315968" cy="142192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add title here</a:t>
            </a:r>
          </a:p>
        </p:txBody>
      </p:sp>
      <p:sp>
        <p:nvSpPr>
          <p:cNvPr id="4" name="Date Placeholder 3"/>
          <p:cNvSpPr>
            <a:spLocks noGrp="1"/>
          </p:cNvSpPr>
          <p:nvPr userDrawn="1">
            <p:ph type="dt" sz="half" idx="2"/>
          </p:nvPr>
        </p:nvSpPr>
        <p:spPr>
          <a:xfrm>
            <a:off x="625596" y="3843769"/>
            <a:ext cx="1945326" cy="399456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182880" tIns="91440" rIns="182880" bIns="0" rtlCol="0" anchor="ctr" anchorCtr="0"/>
          <a:lstStyle>
            <a:lvl1pPr algn="l">
              <a:defRPr sz="1200" b="1" cap="all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230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0" r:id="rId2"/>
    <p:sldLayoutId id="2147483696" r:id="rId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1600" b="1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4826639"/>
            <a:ext cx="9144000" cy="316862"/>
          </a:xfrm>
          <a:prstGeom prst="rect">
            <a:avLst/>
          </a:prstGeom>
          <a:solidFill>
            <a:srgbClr val="133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364" y="1079500"/>
            <a:ext cx="8426449" cy="3397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Second</a:t>
            </a:r>
          </a:p>
          <a:p>
            <a:pPr lvl="2"/>
            <a:r>
              <a:rPr lang="en-US" dirty="0"/>
              <a:t>third</a:t>
            </a:r>
          </a:p>
          <a:p>
            <a:pPr lvl="3"/>
            <a:r>
              <a:rPr lang="en-US" dirty="0"/>
              <a:t>fourth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364" y="4911973"/>
            <a:ext cx="470910" cy="166976"/>
          </a:xfrm>
          <a:prstGeom prst="rect">
            <a:avLst/>
          </a:prstGeom>
        </p:spPr>
      </p:pic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360364" y="228600"/>
            <a:ext cx="8426449" cy="301752"/>
          </a:xfrm>
          <a:prstGeom prst="rect">
            <a:avLst/>
          </a:prstGeom>
        </p:spPr>
        <p:txBody>
          <a:bodyPr vert="horz" wrap="none" lIns="0" tIns="45720" rIns="0" bIns="45720" rtlCol="0" anchor="ctr">
            <a:noAutofit/>
          </a:bodyPr>
          <a:lstStyle/>
          <a:p>
            <a:r>
              <a:rPr lang="en-US" dirty="0"/>
              <a:t>Please Add Slide Headline Here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78E00D-81AB-8847-9E12-0981E03F6A7D}"/>
              </a:ext>
            </a:extLst>
          </p:cNvPr>
          <p:cNvSpPr txBox="1"/>
          <p:nvPr userDrawn="1"/>
        </p:nvSpPr>
        <p:spPr>
          <a:xfrm>
            <a:off x="943583" y="4877348"/>
            <a:ext cx="24221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  | 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</a:t>
            </a:r>
            <a:fld id="{410390A6-CD46-CA4C-A887-B8E618C4C14B}" type="datetimeyyyy">
              <a:rPr lang="en-US" sz="700" b="0" i="0" u="none" strike="noStrike" kern="1200" baseline="0" smtClean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2025</a:t>
            </a:fld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 EPAM Systems, Inc.</a:t>
            </a:r>
            <a:endParaRPr lang="en-US" sz="7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77352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3" r:id="rId2"/>
    <p:sldLayoutId id="2147483681" r:id="rId3"/>
    <p:sldLayoutId id="2147483682" r:id="rId4"/>
    <p:sldLayoutId id="2147483685" r:id="rId5"/>
    <p:sldLayoutId id="2147483686" r:id="rId6"/>
    <p:sldLayoutId id="2147483687" r:id="rId7"/>
    <p:sldLayoutId id="2147483692" r:id="rId8"/>
    <p:sldLayoutId id="2147483688" r:id="rId9"/>
    <p:sldLayoutId id="2147483689" r:id="rId10"/>
    <p:sldLayoutId id="2147483684" r:id="rId11"/>
    <p:sldLayoutId id="2147483695" r:id="rId12"/>
    <p:sldLayoutId id="2147483694" r:id="rId13"/>
    <p:sldLayoutId id="2147483690" r:id="rId14"/>
    <p:sldLayoutId id="2147483697" r:id="rId15"/>
    <p:sldLayoutId id="2147483691" r:id="rId16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 cap="none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ts val="1600"/>
        </a:lnSpc>
        <a:spcBef>
          <a:spcPts val="264"/>
        </a:spcBef>
        <a:spcAft>
          <a:spcPts val="3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1714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5850" indent="-1714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 userDrawn="1">
          <p15:clr>
            <a:srgbClr val="F26B43"/>
          </p15:clr>
        </p15:guide>
        <p15:guide id="2" orient="horz" pos="338" userDrawn="1">
          <p15:clr>
            <a:srgbClr val="F26B43"/>
          </p15:clr>
        </p15:guide>
        <p15:guide id="3" orient="horz" pos="680" userDrawn="1">
          <p15:clr>
            <a:srgbClr val="F26B43"/>
          </p15:clr>
        </p15:guide>
        <p15:guide id="4" orient="horz" pos="2820" userDrawn="1">
          <p15:clr>
            <a:srgbClr val="F26B43"/>
          </p15:clr>
        </p15:guide>
        <p15:guide id="5" pos="226" userDrawn="1">
          <p15:clr>
            <a:srgbClr val="F26B43"/>
          </p15:clr>
        </p15:guide>
        <p15:guide id="6" pos="5535" userDrawn="1">
          <p15:clr>
            <a:srgbClr val="F26B43"/>
          </p15:clr>
        </p15:guide>
        <p15:guide id="7" orient="horz" pos="896" userDrawn="1">
          <p15:clr>
            <a:srgbClr val="F26B43"/>
          </p15:clr>
        </p15:guide>
        <p15:guide id="8" pos="2736" userDrawn="1">
          <p15:clr>
            <a:srgbClr val="F26B43"/>
          </p15:clr>
        </p15:guide>
        <p15:guide id="9" pos="3024" userDrawn="1">
          <p15:clr>
            <a:srgbClr val="F26B43"/>
          </p15:clr>
        </p15:guide>
        <p15:guide id="10" orient="horz" pos="3036" userDrawn="1">
          <p15:clr>
            <a:srgbClr val="F26B43"/>
          </p15:clr>
        </p15:guide>
        <p15:guide id="11" orient="horz" pos="3084" userDrawn="1">
          <p15:clr>
            <a:srgbClr val="F26B43"/>
          </p15:clr>
        </p15:guide>
        <p15:guide id="12" orient="horz" pos="31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80954" y="1803228"/>
            <a:ext cx="5582093" cy="122018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endParaRPr lang="en-US" sz="4400" b="1" spc="200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4826639"/>
            <a:ext cx="9144000" cy="316862"/>
          </a:xfrm>
          <a:prstGeom prst="rect">
            <a:avLst/>
          </a:prstGeom>
          <a:solidFill>
            <a:schemeClr val="accent1">
              <a:lumMod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364" y="4911973"/>
            <a:ext cx="470910" cy="1669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32217A-8F11-8743-849F-F8E866BEB919}"/>
              </a:ext>
            </a:extLst>
          </p:cNvPr>
          <p:cNvSpPr txBox="1"/>
          <p:nvPr userDrawn="1"/>
        </p:nvSpPr>
        <p:spPr>
          <a:xfrm>
            <a:off x="943583" y="4877348"/>
            <a:ext cx="24221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  | 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</a:t>
            </a:r>
            <a:fld id="{6BD4558A-67CF-DF4C-ACA6-93D878EA1C18}" type="datetimeyyyy">
              <a:rPr lang="en-US" sz="700" b="0" i="0" u="none" strike="noStrike" kern="1200" baseline="0" smtClean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2025</a:t>
            </a:fld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 EPAM Systems, Inc.</a:t>
            </a:r>
            <a:endParaRPr lang="en-US" sz="7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48617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4826639"/>
            <a:ext cx="9144000" cy="316862"/>
          </a:xfrm>
          <a:prstGeom prst="rect">
            <a:avLst/>
          </a:prstGeom>
          <a:solidFill>
            <a:srgbClr val="133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364" y="1079500"/>
            <a:ext cx="8426449" cy="3397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  <a:br>
              <a:rPr lang="en-US"/>
            </a:br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  <a:br>
              <a:rPr lang="en-US"/>
            </a:br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</a:t>
            </a:r>
            <a:br>
              <a:rPr lang="en-US"/>
            </a:br>
            <a:r>
              <a:rPr lang="en-US"/>
              <a:t>fames ac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  <a:p>
            <a:pPr lvl="1"/>
            <a:r>
              <a:rPr lang="en-US"/>
              <a:t>Second</a:t>
            </a:r>
          </a:p>
          <a:p>
            <a:pPr lvl="2"/>
            <a:r>
              <a:rPr lang="en-US"/>
              <a:t>third</a:t>
            </a:r>
          </a:p>
          <a:p>
            <a:pPr lvl="3"/>
            <a:r>
              <a:rPr lang="en-US"/>
              <a:t>fourth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364" y="4911973"/>
            <a:ext cx="470910" cy="166976"/>
          </a:xfrm>
          <a:prstGeom prst="rect">
            <a:avLst/>
          </a:prstGeom>
        </p:spPr>
      </p:pic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360364" y="228600"/>
            <a:ext cx="8426449" cy="301752"/>
          </a:xfrm>
          <a:prstGeom prst="rect">
            <a:avLst/>
          </a:prstGeom>
        </p:spPr>
        <p:txBody>
          <a:bodyPr vert="horz" wrap="none" lIns="0" tIns="45720" rIns="0" bIns="45720" rtlCol="0" anchor="ctr">
            <a:noAutofit/>
          </a:bodyPr>
          <a:lstStyle/>
          <a:p>
            <a:r>
              <a:rPr lang="en-US"/>
              <a:t>Please Add Slide Headline Here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78E00D-81AB-8847-9E12-0981E03F6A7D}"/>
              </a:ext>
            </a:extLst>
          </p:cNvPr>
          <p:cNvSpPr txBox="1"/>
          <p:nvPr userDrawn="1"/>
        </p:nvSpPr>
        <p:spPr>
          <a:xfrm>
            <a:off x="943583" y="4877348"/>
            <a:ext cx="24221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  | 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2023 EPAM  Systems, Inc.</a:t>
            </a:r>
            <a:endParaRPr lang="en-US" sz="7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37190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 cap="none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ts val="1600"/>
        </a:lnSpc>
        <a:spcBef>
          <a:spcPts val="264"/>
        </a:spcBef>
        <a:spcAft>
          <a:spcPts val="3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1714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5850" indent="-1714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>
          <p15:clr>
            <a:srgbClr val="F26B43"/>
          </p15:clr>
        </p15:guide>
        <p15:guide id="2" orient="horz" pos="338">
          <p15:clr>
            <a:srgbClr val="F26B43"/>
          </p15:clr>
        </p15:guide>
        <p15:guide id="3" orient="horz" pos="680">
          <p15:clr>
            <a:srgbClr val="F26B43"/>
          </p15:clr>
        </p15:guide>
        <p15:guide id="4" orient="horz" pos="2820">
          <p15:clr>
            <a:srgbClr val="F26B43"/>
          </p15:clr>
        </p15:guide>
        <p15:guide id="5" pos="226">
          <p15:clr>
            <a:srgbClr val="F26B43"/>
          </p15:clr>
        </p15:guide>
        <p15:guide id="6" pos="5535">
          <p15:clr>
            <a:srgbClr val="F26B43"/>
          </p15:clr>
        </p15:guide>
        <p15:guide id="7" orient="horz" pos="896">
          <p15:clr>
            <a:srgbClr val="F26B43"/>
          </p15:clr>
        </p15:guide>
        <p15:guide id="8" pos="2736">
          <p15:clr>
            <a:srgbClr val="F26B43"/>
          </p15:clr>
        </p15:guide>
        <p15:guide id="9" pos="3024">
          <p15:clr>
            <a:srgbClr val="F26B43"/>
          </p15:clr>
        </p15:guide>
        <p15:guide id="10" orient="horz" pos="3036">
          <p15:clr>
            <a:srgbClr val="F26B43"/>
          </p15:clr>
        </p15:guide>
        <p15:guide id="11" orient="horz" pos="3084">
          <p15:clr>
            <a:srgbClr val="F26B43"/>
          </p15:clr>
        </p15:guide>
        <p15:guide id="12" orient="horz" pos="31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tq5ztZO45-g?si=vxttPMzVgv1FwjcM" TargetMode="External"/><Relationship Id="rId2" Type="http://schemas.openxmlformats.org/officeDocument/2006/relationships/hyperlink" Target="https://refactoring.guru/design-patterns/visitor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hyperlink" Target="https://git.epam.com/gedotnet/design-patterns/visitor" TargetMode="Externa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Compile safe code with Visitor pattern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531466" y="3049747"/>
            <a:ext cx="4315968" cy="313932"/>
          </a:xfrm>
        </p:spPr>
        <p:txBody>
          <a:bodyPr/>
          <a:lstStyle/>
          <a:p>
            <a:r>
              <a:rPr lang="en-US" dirty="0"/>
              <a:t>DESIGN PATTERNS .NET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AD212A-E369-CB46-BE9C-0744152A0BAF}"/>
              </a:ext>
            </a:extLst>
          </p:cNvPr>
          <p:cNvSpPr txBox="1"/>
          <p:nvPr/>
        </p:nvSpPr>
        <p:spPr>
          <a:xfrm>
            <a:off x="433143" y="4867516"/>
            <a:ext cx="24221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  | 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</a:t>
            </a:r>
            <a:fld id="{C2C2A205-363F-3A4F-9468-14B73647696B}" type="datetimeyyyy">
              <a:rPr lang="en-US" sz="700" b="0" i="0" u="none" strike="noStrike" kern="1200" baseline="0" smtClean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2025</a:t>
            </a:fld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 EPAM Systems, Inc.</a:t>
            </a:r>
            <a:endParaRPr lang="en-US" sz="7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33196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A914C02-A0D5-DD26-BF6D-53E7F6D519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3A707DD9-E92B-45E8-BE0A-E6B2EDF345EB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DE1B32CC-E5FB-9A8D-08AD-80B29CD91C78}"/>
              </a:ext>
            </a:extLst>
          </p:cNvPr>
          <p:cNvSpPr txBox="1">
            <a:spLocks/>
          </p:cNvSpPr>
          <p:nvPr/>
        </p:nvSpPr>
        <p:spPr>
          <a:xfrm>
            <a:off x="285757" y="235580"/>
            <a:ext cx="8426450" cy="301625"/>
          </a:xfrm>
          <a:prstGeom prst="rect">
            <a:avLst/>
          </a:prstGeom>
        </p:spPr>
        <p:txBody>
          <a:bodyPr vert="horz" wrap="none" lIns="0" tIns="45720" rIns="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kern="1200" cap="none" spc="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About me</a:t>
            </a:r>
          </a:p>
        </p:txBody>
      </p:sp>
      <p:pic>
        <p:nvPicPr>
          <p:cNvPr id="30" name="Picture Placeholder 6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EC38ADEB-94D0-3208-9F36-9B175A08E95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06895" y="1581215"/>
            <a:ext cx="1664208" cy="1664208"/>
          </a:xfrm>
        </p:spPr>
      </p:pic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C50D2F5E-5450-0B81-6C52-8617807A7790}"/>
              </a:ext>
            </a:extLst>
          </p:cNvPr>
          <p:cNvSpPr txBox="1">
            <a:spLocks/>
          </p:cNvSpPr>
          <p:nvPr/>
        </p:nvSpPr>
        <p:spPr>
          <a:xfrm>
            <a:off x="285757" y="950374"/>
            <a:ext cx="3986211" cy="342264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b="1" dirty="0"/>
              <a:t>My core skills:</a:t>
            </a:r>
          </a:p>
          <a:p>
            <a:pPr>
              <a:lnSpc>
                <a:spcPct val="100000"/>
              </a:lnSpc>
            </a:pPr>
            <a:r>
              <a:rPr lang="en-US" dirty="0"/>
              <a:t>.NET, C#, LINQ, Dancing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b="1" dirty="0"/>
              <a:t>My focus areas:</a:t>
            </a:r>
            <a:endParaRPr lang="en-US" b="1" dirty="0">
              <a:cs typeface="Calibri Light"/>
            </a:endParaRPr>
          </a:p>
          <a:p>
            <a:pPr>
              <a:lnSpc>
                <a:spcPct val="100000"/>
              </a:lnSpc>
            </a:pPr>
            <a:r>
              <a:rPr lang="en-US" dirty="0">
                <a:cs typeface="Calibri Light"/>
              </a:rPr>
              <a:t>High loaded fault-tolerant systems, responsible client applications</a:t>
            </a:r>
          </a:p>
          <a:p>
            <a:pPr>
              <a:lnSpc>
                <a:spcPct val="100000"/>
              </a:lnSpc>
            </a:pPr>
            <a:r>
              <a:rPr lang="en-US" dirty="0">
                <a:cs typeface="Calibri Light"/>
              </a:rPr>
              <a:t>Microservices architecture, RESTful, RPC</a:t>
            </a:r>
          </a:p>
          <a:p>
            <a:pPr>
              <a:lnSpc>
                <a:spcPct val="100000"/>
              </a:lnSpc>
            </a:pPr>
            <a:r>
              <a:rPr lang="en-US" dirty="0">
                <a:cs typeface="Calibri Light"/>
              </a:rPr>
              <a:t>FP, OOP, Design Patterns, Tea Ceremonies</a:t>
            </a:r>
          </a:p>
          <a:p>
            <a:pPr>
              <a:lnSpc>
                <a:spcPct val="100000"/>
              </a:lnSpc>
            </a:pPr>
            <a:r>
              <a:rPr lang="en-US" dirty="0">
                <a:cs typeface="Calibri Light"/>
              </a:rPr>
              <a:t>Team management, leadership and project success</a:t>
            </a:r>
            <a:endParaRPr lang="en-US" dirty="0"/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b="1" dirty="0"/>
              <a:t>My EPAM level activities:</a:t>
            </a:r>
            <a:endParaRPr lang="en-US" b="1" dirty="0">
              <a:cs typeface="Calibri Light"/>
            </a:endParaRPr>
          </a:p>
          <a:p>
            <a:pPr>
              <a:lnSpc>
                <a:spcPct val="100000"/>
              </a:lnSpc>
            </a:pPr>
            <a:r>
              <a:rPr lang="en-US" dirty="0">
                <a:cs typeface="Calibri Light"/>
              </a:rPr>
              <a:t>Mentor, Students Lector, Technical Interviewer</a:t>
            </a:r>
            <a:endParaRPr lang="en-US" dirty="0"/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50BB4227-7C8C-A15F-68B2-639B460DB7F1}"/>
              </a:ext>
            </a:extLst>
          </p:cNvPr>
          <p:cNvSpPr txBox="1">
            <a:spLocks/>
          </p:cNvSpPr>
          <p:nvPr/>
        </p:nvSpPr>
        <p:spPr>
          <a:xfrm>
            <a:off x="0" y="618077"/>
            <a:ext cx="5332837" cy="243510"/>
          </a:xfrm>
          <a:prstGeom prst="rect">
            <a:avLst/>
          </a:prstGeom>
          <a:solidFill>
            <a:srgbClr val="E5E2E7"/>
          </a:solidFill>
          <a:effectLst>
            <a:reflection blurRad="6350" stA="52000" endA="300" endPos="35000" dir="5400000" sy="-100000" algn="bl" rotWithShape="0"/>
          </a:effec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ts val="1600"/>
              </a:lnSpc>
              <a:spcBef>
                <a:spcPts val="288"/>
              </a:spcBef>
              <a:spcAft>
                <a:spcPts val="300"/>
              </a:spcAft>
              <a:buFont typeface="Arial" panose="020B0604020202020204" pitchFamily="34" charset="0"/>
              <a:buNone/>
              <a:defRPr sz="900" b="1" i="1" kern="1200" cap="none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i="0" cap="small" dirty="0">
                <a:latin typeface="+mj-lt"/>
              </a:rPr>
              <a:t>       Lead Software Engineer with 7 years of experience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79E49B00-AC74-D598-8910-CE5F11563E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45893" y="3625459"/>
            <a:ext cx="3986212" cy="3429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Dmitrii Bessonov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491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72230-1A5F-B85A-546B-1FE288D1A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B221A-B59F-27C0-98C6-768A0185C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64" y="228600"/>
            <a:ext cx="8426449" cy="301752"/>
          </a:xfrm>
        </p:spPr>
        <p:txBody>
          <a:bodyPr wrap="non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051F2-08D0-CB4D-5A45-2E47F30CC72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7189" y="1422400"/>
            <a:ext cx="3986212" cy="3054350"/>
          </a:xfrm>
        </p:spPr>
        <p:txBody>
          <a:bodyPr>
            <a:normAutofit/>
          </a:bodyPr>
          <a:lstStyle/>
          <a:p>
            <a:r>
              <a:rPr lang="en-US" dirty="0"/>
              <a:t>Code that can be successfully compiled without errors, adhering to programming language rules. </a:t>
            </a:r>
          </a:p>
          <a:p>
            <a:r>
              <a:rPr lang="en-US" dirty="0"/>
              <a:t>It prioritizes catching errors during compilation rather than runtime, enhancing early error detection. </a:t>
            </a:r>
          </a:p>
          <a:p>
            <a:r>
              <a:rPr lang="en-US" dirty="0"/>
              <a:t>Compile-safe practices lead to more secure and reliable software.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1728024-1E43-8B7C-B1AA-C10E8F2569A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tretch/>
        </p:blipFill>
        <p:spPr>
          <a:xfrm>
            <a:off x="5334000" y="619125"/>
            <a:ext cx="3810000" cy="3581399"/>
          </a:xfrm>
          <a:noFill/>
        </p:spPr>
      </p:pic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846CBB4-B1C0-305D-8F65-A3D98115DC4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7189" y="1079500"/>
            <a:ext cx="3986212" cy="342900"/>
          </a:xfrm>
        </p:spPr>
        <p:txBody>
          <a:bodyPr wrap="none">
            <a:normAutofit/>
          </a:bodyPr>
          <a:lstStyle/>
          <a:p>
            <a:r>
              <a:rPr lang="en-US" dirty="0"/>
              <a:t>"Compile safe code"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F7F0BB2-72B9-EF9C-D5EB-577CB48C5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3A707DD9-E92B-45E8-BE0A-E6B2EDF345EB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9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AEC87-6028-4C24-1D70-291377F65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3C98B74-156B-3168-2CD0-143B1B59A5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3A707DD9-E92B-45E8-BE0A-E6B2EDF345EB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3AEAEE-CAFA-C55E-6BEB-BAAB24F1E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588" y="0"/>
            <a:ext cx="6026824" cy="482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035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B25B3-30FE-A1CC-1B1E-74AE877DF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D12FAC3-FDBA-9FAD-0CD4-3244E39969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3A707DD9-E92B-45E8-BE0A-E6B2EDF345EB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DA3F94-4BAC-EB9E-9C79-8E551415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96962" cy="1519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B2271C-C845-EFB5-EC66-6253FDE27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19200"/>
            <a:ext cx="9138522" cy="330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47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159BD-247C-78FF-F0EC-450421173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BB1F4-8CA4-787D-7E3F-2E154A358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64" y="228600"/>
            <a:ext cx="8426449" cy="301752"/>
          </a:xfrm>
        </p:spPr>
        <p:txBody>
          <a:bodyPr wrap="non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/>
              <a:t>Visitor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B9765-04D3-FFA8-5F6B-CF6E70E4D23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7189" y="1422400"/>
            <a:ext cx="4033388" cy="3054350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Refactoring guru: Visitor and Double Dispatch</a:t>
            </a:r>
            <a:endParaRPr lang="en-US" dirty="0"/>
          </a:p>
          <a:p>
            <a:r>
              <a:rPr lang="en-US" dirty="0" err="1">
                <a:hlinkClick r:id="rId3"/>
              </a:rPr>
              <a:t>Youtube</a:t>
            </a:r>
            <a:r>
              <a:rPr lang="en-US" dirty="0">
                <a:hlinkClick r:id="rId3"/>
              </a:rPr>
              <a:t>: Visitor Design Pattern Is Giving Way To Pattern Matching Expressions!</a:t>
            </a:r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6E44900-D451-16E7-6F7B-F38EFEE0EE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7188" y="1079500"/>
            <a:ext cx="8429625" cy="342900"/>
          </a:xfrm>
        </p:spPr>
        <p:txBody>
          <a:bodyPr wrap="none">
            <a:normAutofit/>
          </a:bodyPr>
          <a:lstStyle/>
          <a:p>
            <a:r>
              <a:rPr lang="en-US" dirty="0"/>
              <a:t>Materials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099A0B6-0332-F8E6-7950-E426A831FF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3A707DD9-E92B-45E8-BE0A-E6B2EDF345EB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585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89A68-C270-5ADB-A832-C5CC094D3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64" y="228600"/>
            <a:ext cx="8426449" cy="301752"/>
          </a:xfrm>
        </p:spPr>
        <p:txBody>
          <a:bodyPr wrap="non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/>
              <a:t>REFACTORING STORY DEMO</a:t>
            </a:r>
            <a:endParaRPr lang="ru-RU" sz="1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C3C860-F5D4-74C3-5803-2A5932257E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7189" y="1079500"/>
            <a:ext cx="3986212" cy="342900"/>
          </a:xfrm>
        </p:spPr>
        <p:txBody>
          <a:bodyPr wrap="none">
            <a:normAutofit/>
          </a:bodyPr>
          <a:lstStyle/>
          <a:p>
            <a:r>
              <a:rPr lang="en-US">
                <a:hlinkClick r:id="rId2"/>
              </a:rPr>
              <a:t>https://git.epam.com/gedotnet/design-patterns/visitor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7A7A4-37EA-834B-4F89-A6DEEDDFB6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3A707DD9-E92B-45E8-BE0A-E6B2EDF345EB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4933E037-AA1C-6BDD-3C8C-7986833378D6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147329097"/>
              </p:ext>
            </p:extLst>
          </p:nvPr>
        </p:nvGraphicFramePr>
        <p:xfrm>
          <a:off x="4800599" y="1422400"/>
          <a:ext cx="3993357" cy="3054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F16DAA96-F165-A1D1-4ED2-4C670CBDACE5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4411" y="1422400"/>
            <a:ext cx="3771766" cy="3054350"/>
          </a:xfrm>
        </p:spPr>
      </p:pic>
    </p:spTree>
    <p:extLst>
      <p:ext uri="{BB962C8B-B14F-4D97-AF65-F5344CB8AC3E}">
        <p14:creationId xmlns:p14="http://schemas.microsoft.com/office/powerpoint/2010/main" val="1009701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296E0-9B7F-EC05-7505-6F22E5A83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64" y="228600"/>
            <a:ext cx="8426449" cy="301752"/>
          </a:xfrm>
        </p:spPr>
        <p:txBody>
          <a:bodyPr vert="horz" wrap="none" lIns="0" tIns="45720" rIns="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 kern="1200" cap="none" spc="100" baseline="0">
                <a:latin typeface="+mj-lt"/>
                <a:ea typeface="+mj-ea"/>
                <a:cs typeface="+mj-cs"/>
              </a:rPr>
              <a:t>SOLUTION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63698E0-7FA0-2EF3-E4C0-A095A7F9F59A}"/>
              </a:ext>
            </a:extLst>
          </p:cNvPr>
          <p:cNvSpPr txBox="1">
            <a:spLocks/>
          </p:cNvSpPr>
          <p:nvPr/>
        </p:nvSpPr>
        <p:spPr>
          <a:xfrm>
            <a:off x="357189" y="1422400"/>
            <a:ext cx="3986211" cy="30543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Think of avoiding nested IF-ELSE conditions</a:t>
            </a:r>
          </a:p>
          <a:p>
            <a:r>
              <a:rPr lang="en-US" dirty="0"/>
              <a:t>Think of handle all possible cases (even if they unlikely)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9D43C4-1135-E6A3-3F80-6CC6758C34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7189" y="1079500"/>
            <a:ext cx="3986212" cy="342900"/>
          </a:xfrm>
        </p:spPr>
        <p:txBody>
          <a:bodyPr vert="horz" wrap="none" lIns="0" tIns="0" rIns="0" bIns="0" rtlCol="0">
            <a:normAutofit/>
          </a:bodyPr>
          <a:lstStyle/>
          <a:p>
            <a:r>
              <a:rPr lang="en-US" b="1" i="0" kern="1200" cap="all" spc="200" baseline="0" dirty="0">
                <a:latin typeface="+mn-lt"/>
                <a:ea typeface="+mn-ea"/>
                <a:cs typeface="+mn-cs"/>
              </a:rPr>
              <a:t>Mindset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463A184-1DE4-C6CB-7609-7C096B5F05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00597" y="1079500"/>
            <a:ext cx="3993359" cy="342900"/>
          </a:xfrm>
        </p:spPr>
        <p:txBody>
          <a:bodyPr/>
          <a:lstStyle/>
          <a:p>
            <a:r>
              <a:rPr lang="en-US" b="1" i="0" kern="1200" cap="all" spc="200" baseline="0" dirty="0">
                <a:latin typeface="+mn-lt"/>
                <a:ea typeface="+mn-ea"/>
                <a:cs typeface="+mn-cs"/>
              </a:rPr>
              <a:t>Recommendations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47682-9D02-B88F-4A53-8D733B71A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</p:spPr>
        <p:txBody>
          <a:bodyPr vert="horz" wrap="none" lIns="91440" tIns="45720" rIns="0" bIns="82296" rtlCol="0" anchor="ctr">
            <a:normAutofit/>
          </a:bodyPr>
          <a:lstStyle/>
          <a:p>
            <a:pPr>
              <a:spcAft>
                <a:spcPts val="600"/>
              </a:spcAft>
            </a:pPr>
            <a:fld id="{3A707DD9-E92B-45E8-BE0A-E6B2EDF345EB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F7F0728C-67C4-E8CA-DB8B-F9440DA47D27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702606414"/>
              </p:ext>
            </p:extLst>
          </p:nvPr>
        </p:nvGraphicFramePr>
        <p:xfrm>
          <a:off x="4800599" y="1422400"/>
          <a:ext cx="3993357" cy="3054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8711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Q&amp;A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2203D6-46B2-544A-AEDD-86624A2E7DA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770813" y="4826000"/>
            <a:ext cx="1373187" cy="317500"/>
          </a:xfrm>
          <a:prstGeom prst="rect">
            <a:avLst/>
          </a:prstGeom>
        </p:spPr>
        <p:txBody>
          <a:bodyPr/>
          <a:lstStyle/>
          <a:p>
            <a:fld id="{3A707DD9-E92B-45E8-BE0A-E6B2EDF345E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452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8B44A-0963-2177-E05D-B066DC101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1A228A-32A9-756F-A852-7AAEB2314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THANK YOU!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A697BD-C90B-9107-595A-13CC10DB825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770813" y="4826000"/>
            <a:ext cx="1373187" cy="317500"/>
          </a:xfrm>
          <a:prstGeom prst="rect">
            <a:avLst/>
          </a:prstGeom>
        </p:spPr>
        <p:txBody>
          <a:bodyPr/>
          <a:lstStyle/>
          <a:p>
            <a:fld id="{3A707DD9-E92B-45E8-BE0A-E6B2EDF345E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165057"/>
      </p:ext>
    </p:extLst>
  </p:cSld>
  <p:clrMapOvr>
    <a:masterClrMapping/>
  </p:clrMapOvr>
</p:sld>
</file>

<file path=ppt/theme/theme1.xml><?xml version="1.0" encoding="utf-8"?>
<a:theme xmlns:a="http://schemas.openxmlformats.org/drawingml/2006/main" name="Covers">
  <a:themeElements>
    <a:clrScheme name="Custom 6">
      <a:dk1>
        <a:srgbClr val="222222"/>
      </a:dk1>
      <a:lt1>
        <a:srgbClr val="FFFFFF"/>
      </a:lt1>
      <a:dk2>
        <a:srgbClr val="464547"/>
      </a:dk2>
      <a:lt2>
        <a:srgbClr val="CCCCCC"/>
      </a:lt2>
      <a:accent1>
        <a:srgbClr val="464547"/>
      </a:accent1>
      <a:accent2>
        <a:srgbClr val="76CDD8"/>
      </a:accent2>
      <a:accent3>
        <a:srgbClr val="008ACF"/>
      </a:accent3>
      <a:accent4>
        <a:srgbClr val="CEDB56"/>
      </a:accent4>
      <a:accent5>
        <a:srgbClr val="39C2D7"/>
      </a:accent5>
      <a:accent6>
        <a:srgbClr val="D35D47"/>
      </a:accent6>
      <a:hlink>
        <a:srgbClr val="76CDD8"/>
      </a:hlink>
      <a:folHlink>
        <a:srgbClr val="76CDD8"/>
      </a:folHlink>
    </a:clrScheme>
    <a:fontScheme name="EPAM September 2017 - PP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ID_MonthlyReviewReport.pptx" id="{FF7ACB30-EB98-4E0C-943F-06F872D820C9}" vid="{FA210C50-EB5D-4FA7-82FB-711C8E6AC276}"/>
    </a:ext>
  </a:extLst>
</a:theme>
</file>

<file path=ppt/theme/theme2.xml><?xml version="1.0" encoding="utf-8"?>
<a:theme xmlns:a="http://schemas.openxmlformats.org/drawingml/2006/main" name="General">
  <a:themeElements>
    <a:clrScheme name="Custom 7">
      <a:dk1>
        <a:srgbClr val="222222"/>
      </a:dk1>
      <a:lt1>
        <a:srgbClr val="FFFFFF"/>
      </a:lt1>
      <a:dk2>
        <a:srgbClr val="464547"/>
      </a:dk2>
      <a:lt2>
        <a:srgbClr val="CCCCCC"/>
      </a:lt2>
      <a:accent1>
        <a:srgbClr val="222222"/>
      </a:accent1>
      <a:accent2>
        <a:srgbClr val="76CDD8"/>
      </a:accent2>
      <a:accent3>
        <a:srgbClr val="008ACF"/>
      </a:accent3>
      <a:accent4>
        <a:srgbClr val="CEDB56"/>
      </a:accent4>
      <a:accent5>
        <a:srgbClr val="39C2D7"/>
      </a:accent5>
      <a:accent6>
        <a:srgbClr val="D35D47"/>
      </a:accent6>
      <a:hlink>
        <a:srgbClr val="76CDD8"/>
      </a:hlink>
      <a:folHlink>
        <a:srgbClr val="76CDD8"/>
      </a:folHlink>
    </a:clrScheme>
    <a:fontScheme name="EPAM September 2017 - PP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ID_MonthlyReviewReport.pptx" id="{FF7ACB30-EB98-4E0C-943F-06F872D820C9}" vid="{9B1E5C8D-364D-4681-8816-A4794ADEF626}"/>
    </a:ext>
  </a:extLst>
</a:theme>
</file>

<file path=ppt/theme/theme3.xml><?xml version="1.0" encoding="utf-8"?>
<a:theme xmlns:a="http://schemas.openxmlformats.org/drawingml/2006/main" name="Breakers">
  <a:themeElements>
    <a:clrScheme name="Custom 8">
      <a:dk1>
        <a:srgbClr val="222222"/>
      </a:dk1>
      <a:lt1>
        <a:srgbClr val="FFFFFF"/>
      </a:lt1>
      <a:dk2>
        <a:srgbClr val="464547"/>
      </a:dk2>
      <a:lt2>
        <a:srgbClr val="CCCCCC"/>
      </a:lt2>
      <a:accent1>
        <a:srgbClr val="222222"/>
      </a:accent1>
      <a:accent2>
        <a:srgbClr val="76CDD8"/>
      </a:accent2>
      <a:accent3>
        <a:srgbClr val="008ACF"/>
      </a:accent3>
      <a:accent4>
        <a:srgbClr val="CEDB56"/>
      </a:accent4>
      <a:accent5>
        <a:srgbClr val="39C2D7"/>
      </a:accent5>
      <a:accent6>
        <a:srgbClr val="D35D47"/>
      </a:accent6>
      <a:hlink>
        <a:srgbClr val="76CDD8"/>
      </a:hlink>
      <a:folHlink>
        <a:srgbClr val="76CDD8"/>
      </a:folHlink>
    </a:clrScheme>
    <a:fontScheme name="EPAM September 2017 - PP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ID_MonthlyReviewReport.pptx" id="{FF7ACB30-EB98-4E0C-943F-06F872D820C9}" vid="{84B2DEE0-4B8F-42FC-81B2-56614BA02355}"/>
    </a:ext>
  </a:extLst>
</a:theme>
</file>

<file path=ppt/theme/theme4.xml><?xml version="1.0" encoding="utf-8"?>
<a:theme xmlns:a="http://schemas.openxmlformats.org/drawingml/2006/main" name="1_General">
  <a:themeElements>
    <a:clrScheme name="Custom 7">
      <a:dk1>
        <a:srgbClr val="222222"/>
      </a:dk1>
      <a:lt1>
        <a:srgbClr val="FFFFFF"/>
      </a:lt1>
      <a:dk2>
        <a:srgbClr val="464547"/>
      </a:dk2>
      <a:lt2>
        <a:srgbClr val="CCCCCC"/>
      </a:lt2>
      <a:accent1>
        <a:srgbClr val="222222"/>
      </a:accent1>
      <a:accent2>
        <a:srgbClr val="76CDD8"/>
      </a:accent2>
      <a:accent3>
        <a:srgbClr val="008ACF"/>
      </a:accent3>
      <a:accent4>
        <a:srgbClr val="CEDB56"/>
      </a:accent4>
      <a:accent5>
        <a:srgbClr val="39C2D7"/>
      </a:accent5>
      <a:accent6>
        <a:srgbClr val="D35D47"/>
      </a:accent6>
      <a:hlink>
        <a:srgbClr val="76CDD8"/>
      </a:hlink>
      <a:folHlink>
        <a:srgbClr val="76CDD8"/>
      </a:folHlink>
    </a:clrScheme>
    <a:fontScheme name="EPAM September 2017 - PP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PAM PPTX Template" id="{07F0FB55-CFFA-47CA-99A0-A77E3213ACA6}" vid="{5C4EAAF8-284D-4A65-B20F-C47DE8AC2658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PersistId xmlns="2f73596d-a490-4938-9ae7-6f2abd4edc7d" xsi:nil="true"/>
    <_dlc_DocIdUrl xmlns="2f73596d-a490-4938-9ae7-6f2abd4edc7d">
      <Url>https://epam.sharepoint.com/sites/policy/_layouts/15/DocIdRedir.aspx?ID=EPAM-1788376749-106</Url>
      <Description>EPAM-1788376749-106</Description>
    </_dlc_DocIdUrl>
    <_dlc_DocId xmlns="2f73596d-a490-4938-9ae7-6f2abd4edc7d">EPAM-1788376749-106</_dlc_DocId>
    <Company xmlns="http://schemas.microsoft.com/sharepoint/v3" xsi:nil="true"/>
    <DocumentArea xmlns="a17c10a8-bd22-4f4b-9c5c-c3dc02494c46">
      <Value>Maintenance and Support</Value>
    </DocumentArea>
    <Subarea xmlns="a17c10a8-bd22-4f4b-9c5c-c3dc02494c46">###</Subarea>
    <Document_x0020_Approver_x0020__x0028_position_x0029_ xmlns="a17c10a8-bd22-4f4b-9c5c-c3dc02494c46">Senior Director, Delivery Management Office</Document_x0020_Approver_x0020__x0028_position_x0029_>
    <Document_x0020_Owner_x0020__x0028_position_x0029_ xmlns="a17c10a8-bd22-4f4b-9c5c-c3dc02494c46">Head of Global Delivery</Document_x0020_Owner_x0020__x0028_position_x0029_>
    <EPAMDocumentID_x0020_ xmlns="a17c10a8-bd22-4f4b-9c5c-c3dc02494c46">EPAM_Template-1203</EPAMDocumentID_x0020_>
    <TemplatesTextContent xmlns="a17c10a8-bd22-4f4b-9c5c-c3dc02494c46">IT SERVICES MONTHLY REVIEW 
Reported period : &lt;month, year &gt;
CONFIDENTIAL  |  
© 
2024
 EPAM Systems, Inc.
IT SERVICE HEALTH : SERVICE VOLUME
&lt;Diagram with all user’s and monitoring  incidents during reported period ; including count of incidents and resolver assignment group&gt;
IT SERVICE HEALTH : SERVICE VOLUME
&lt;Diagram with all service requests during reported period, should include numbers of all INC and SRs tickets during this period.​
Business meaning:​
These numbers represent unique tasks that came to each team and required attention and effort.​
Proposed actions / decisions:​
Analyzing volume trends correlating with major events;​
Volume spikes after major events may indicate the need for further research of systemic root causes. &gt;
3
Tower (top10)
Created INC/SR during &lt;repot period&gt;
Created INC/SR during &lt;repot period&gt;
Trend
&lt;Assignment group&gt;
&lt;number or INC/SR&gt;
&lt;number or INC/SR&gt;
&lt;increase / decrease &gt;
&lt;Assignment group&gt;
&lt;number or INC/SR&gt;
&lt;number or INC/SR&gt;
IT SERVICE HEALTH: &lt;Project&gt; SERVICE VOLUME
&lt;Diagram with all user’s and monitoring  incidents during reported period for a specific project (not including services covered  by client); including count of incidents and resolver assignment group
4
Business meaning:​
These numbers represent unique tasks that came to each team and required attention and effort.​
Proposed actions / decisions:​
Analyzing volume trends correlating with major events;​
Volume spikes after major events may indicate the need for further research of systemic root causes. &gt;
IT SERVICE HEALTH: &lt;Project&gt; SERVICE VOLUME
&lt;Diagram with ALL service requests (opened, resolved, closed) related  to a specific project &gt;
Business meaning:​
These numbers represent unique tasks that came to each team and required attention and effort.​
Proposed actions / decisions:​
Analyzing volume trends correlating with major events;​
The number of increased/decreased tickers should be specified, and possible action items proposed.
5
6
IT SERVICE HEALTH: &lt;Project/Team&gt; Incidents’ SLAs
&lt;Examples&gt;
Business meaning:​
This stats will show whether Response and Resolution SLA are within SLA
.​
Proposed actions / decisions:​
Analyzing SLA breaching
Keep SLAs calibration and monitoring 
SLA targets:
&lt;Specify SLA targets for different priority levels &gt;
&lt;Diagram with Average time for processing different types of priority levels incidents, should contain Average time for processing P1-P4 Incidents &gt;
7
IT SERVICE HEALTH: &lt;Project/team&gt; Incidents’ SLAs
Business meaning:​
This stats will show whether Response and Resolution SLA are within SLA for different priority levels
Proposed actions / decisions:​
Analyzing SLA breaching 
Keep SLAs calibration and monitoring
SLA targets:
P1 &lt;should be specified for each one&gt;
P2
P3
P4
IT SERVICE HEALTH: &lt;Team/Project&gt; INCs’ and SRs’ SLA 
8
&lt;insert the following diagrams/ statistics charts:
Average processing time for Service Requests, Resolution time for Service requests, Ticket resolution quality 
Reassignment Compliance&gt;
Business meaning:​
This stats will show whether Average processing time of Service Requests is healthy; Reassignment Compliance and Ticket resolution quality (number of reopen)
Proposed actions / decisions:​
Analyzing service volume and propose action items if required
IT SERVICE HEALTH: P0/P1 INCIDENTS
&lt;Diagram with closed P0/P1 incidents grouped by resolver group&gt;
P0/P1ticket
SLA Breached
Team
Short Description
RCA
Prevention/Mitigation
9
Business meaning:​
These numbers show how many tickets of different Priority are resolved by each group and may provide better understanding of the complexity of incidents,
Actions / decisions:​
Analyzing &lt;Analyzing trends may drive DEV effort prioritization of “code improvements” vs “feature development&gt;  &lt;stability of Code , structure , code&gt;
IT SERVICE HEALTH: TICKET AGE
&lt;Diagram with all open incidents grouped by Backlog time and diagram with all open incidents grouped by Backlog time and priority: grouped by the following statuses : New, In Progress, On Hold &gt;
Tower (top 10)
Age (1+ month)
10
Business meaning:​
Displays the number of days tickets have been open in the system. &lt;open tasks, backlog&gt;
Actions / decisions:​
&lt;for future Problem Management &gt;
IT SERVICE Customer Satisfaction (CSAT)
&lt;Diagram with statistics and trend line&gt;
11
Business meaning:​
Customer satisfaction and score that indicates how satisfied a customer is with a specific product, transaction, or interaction with a company
Actions / decisions:​
Regular monthly CSAT Review 
SERVICE TOWER: SERVICE DESK
&lt;only if required &gt;
Service Volume
&lt;D
iagram with total number of Tickets created in ITSM tool vs Tickets accepted by L1 vs First Level resolution (FLR) tickets
Service SLAs
&lt;
Service Desk first call resolution rate of  level 1Support (True/ falls)
Response SLA for L1 team (True/ falls)
Tickets Age
&lt;diagram  with all Open INC+ SR grouped by Backlog time and State (Pending, Open, Work in progress) for L1 Team&gt;
12
Key Highlights 
&lt;specify for reported period &gt;
Critical issues 
&lt;specify for reported period &gt;
SLA target
&lt;specify for reported period &gt;
SERVICE TOWER: CHANGE MANAGEMENT 
&lt;Diagram with all changes groups by statuses which are in ITSM tool&gt;
13
Business meaning 
The number of RFCs
Actions / decisions:​
SERVICE TOWER :PROBLEM MANAGEMENT
&lt;Diagram with all problems groups by statuses which are in ITSM tool&gt;
14
Business meaning 
These numbers may provide better understanding of the complexity of incidents, stability of Code, and overall health of environment 
Actions / decisions:​
RISKS
&lt;Mention all possible risks grouped by a separate tower of service (Service Desk, Change / INC/Problem Management , Different teams within the project )&gt;
15
Risks
Risk Owner
Impact 
Description/Impact
Mitigation
IT SERVICE IMPROVEMENTS (CSIP)
Short Description 
Owner
Impact
Date
16
Completed This Month
Planned Next Month 
Short Description 
Owner
Impact
Date
THANK YOU!
17
</TemplatesTextContent>
    <SubjectDoc xmlns="a17c10a8-bd22-4f4b-9c5c-c3dc02494c46">Template</SubjectDoc>
    <FriendlyURL xmlns="a17c10a8-bd22-4f4b-9c5c-c3dc02494c46">files/templates-examples/global-delivery/monthly-review-report.pptx</FriendlyURL>
    <BriefDescription xmlns="a17c10a8-bd22-4f4b-9c5c-c3dc02494c46">This template is related to Maintenance and Support Guideline and intended to be used for monthly status reporting of maintenance and support project.</BriefDescription>
    <WorkStorage xmlns="a17c10a8-bd22-4f4b-9c5c-c3dc02494c46">
      <Url>https://epam.sharepoint.com/sites/policy/work/Shared%20Documents/Work%20Product%20Templates/Continuous%20delivery/Maintenance%20and%20Support</Url>
      <Description>/sites/policy/work/Shared Documents/Work Product Templates/Continuous delivery/Maintenance and Support</Description>
    </WorkStorage>
    <PageName xmlns="a17c10a8-bd22-4f4b-9c5c-c3dc02494c46">
      <Url>https://policy.epam.com/pages/templates-examples/monthly-review-report</Url>
      <Description>Template: Monthly Review Report</Description>
    </PageName>
    <OrganizationalUnit xmlns="a17c10a8-bd22-4f4b-9c5c-c3dc02494c46">
      <Url>https://people.epam.com/network/1/8aec5375-fd5e-4dd5-aa02-b9d225a43413/structure</Url>
      <Description>Delivery Management Office</Description>
    </OrganizationalUnit>
    <LocationCountry xmlns="a17c10a8-bd22-4f4b-9c5c-c3dc02494c46">
      <Value>Global</Value>
    </LocationCountry>
    <LastApprovalDate xmlns="a17c10a8-bd22-4f4b-9c5c-c3dc02494c46">2022-12-20T21:00:00+00:00</LastApprovalDate>
    <LastApproverName xmlns="a17c10a8-bd22-4f4b-9c5c-c3dc02494c46">Dmitry Makeev</LastApproverName>
    <Standards xmlns="a17c10a8-bd22-4f4b-9c5c-c3dc02494c46">
      <Value>###</Value>
    </Standard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EPAM Template" ma:contentTypeID="0x0101006F5799D5350E4747858630C5700DFDF00046CFA168D8AB1B4D937A734D2015792B" ma:contentTypeVersion="4" ma:contentTypeDescription="ECL EPAM Template CT" ma:contentTypeScope="" ma:versionID="3e46c49967fe6bc1ef07a9a4e4763266">
  <xsd:schema xmlns:xsd="http://www.w3.org/2001/XMLSchema" xmlns:xs="http://www.w3.org/2001/XMLSchema" xmlns:p="http://schemas.microsoft.com/office/2006/metadata/properties" xmlns:ns1="http://schemas.microsoft.com/sharepoint/v3" xmlns:ns2="a17c10a8-bd22-4f4b-9c5c-c3dc02494c46" xmlns:ns4="2f73596d-a490-4938-9ae7-6f2abd4edc7d" targetNamespace="http://schemas.microsoft.com/office/2006/metadata/properties" ma:root="true" ma:fieldsID="8dbb4452feda95d41a68f55f9310cbf0" ns1:_="" ns2:_="" ns4:_="">
    <xsd:import namespace="http://schemas.microsoft.com/sharepoint/v3"/>
    <xsd:import namespace="a17c10a8-bd22-4f4b-9c5c-c3dc02494c46"/>
    <xsd:import namespace="2f73596d-a490-4938-9ae7-6f2abd4edc7d"/>
    <xsd:element name="properties">
      <xsd:complexType>
        <xsd:sequence>
          <xsd:element name="documentManagement">
            <xsd:complexType>
              <xsd:all>
                <xsd:element ref="ns2:SubjectDoc" minOccurs="0"/>
                <xsd:element ref="ns2:EPAMDocumentID_x0020_" minOccurs="0"/>
                <xsd:element ref="ns2:LastApproverName" minOccurs="0"/>
                <xsd:element ref="ns2:LastApprovalDate" minOccurs="0"/>
                <xsd:element ref="ns2:BriefDescription" minOccurs="0"/>
                <xsd:element ref="ns2:OrganizationalUnit" minOccurs="0"/>
                <xsd:element ref="ns2:LocationCountry" minOccurs="0"/>
                <xsd:element ref="ns2:PageName" minOccurs="0"/>
                <xsd:element ref="ns2:WorkStorage" minOccurs="0"/>
                <xsd:element ref="ns2:Standards" minOccurs="0"/>
                <xsd:element ref="ns2:Subarea"/>
                <xsd:element ref="ns2:DocumentArea" minOccurs="0"/>
                <xsd:element ref="ns2:TemplatesTextContent" minOccurs="0"/>
                <xsd:element ref="ns1:Company" minOccurs="0"/>
                <xsd:element ref="ns2:Document_x0020_Approver_x0020__x0028_position_x0029_" minOccurs="0"/>
                <xsd:element ref="ns4:_dlc_DocIdPersistId" minOccurs="0"/>
                <xsd:element ref="ns4:_dlc_DocId" minOccurs="0"/>
                <xsd:element ref="ns2:Document_x0020_Owner_x0020__x0028_position_x0029_" minOccurs="0"/>
                <xsd:element ref="ns2:MediaServiceAutoKeyPoints" minOccurs="0"/>
                <xsd:element ref="ns2:MediaServiceKeyPoints" minOccurs="0"/>
                <xsd:element ref="ns2:SharedWithUsers" minOccurs="0"/>
                <xsd:element ref="ns2:SharedWithDetails" minOccurs="0"/>
                <xsd:element ref="ns4:_dlc_DocIdUrl" minOccurs="0"/>
                <xsd:element ref="ns2:MediaServiceObjectDetectorVersions" minOccurs="0"/>
                <xsd:element ref="ns2:MediaServiceSearchProperties" minOccurs="0"/>
                <xsd:element ref="ns2:FriendlyURL" minOccurs="0"/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Company" ma:index="15" nillable="true" ma:displayName="Company" ma:internalName="Company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7c10a8-bd22-4f4b-9c5c-c3dc02494c46" elementFormDefault="qualified">
    <xsd:import namespace="http://schemas.microsoft.com/office/2006/documentManagement/types"/>
    <xsd:import namespace="http://schemas.microsoft.com/office/infopath/2007/PartnerControls"/>
    <xsd:element name="SubjectDoc" ma:index="1" nillable="true" ma:displayName="Artifact Type" ma:internalName="SubjectDoc" ma:readOnly="false">
      <xsd:simpleType>
        <xsd:restriction base="dms:Text">
          <xsd:maxLength value="255"/>
        </xsd:restriction>
      </xsd:simpleType>
    </xsd:element>
    <xsd:element name="EPAMDocumentID_x0020_" ma:index="2" nillable="true" ma:displayName="EPAM Document ID " ma:internalName="EPAMDocumentID_x0020_" ma:readOnly="false">
      <xsd:simpleType>
        <xsd:restriction base="dms:Text"/>
      </xsd:simpleType>
    </xsd:element>
    <xsd:element name="LastApproverName" ma:index="3" nillable="true" ma:displayName="Approver Name" ma:internalName="LastApproverName" ma:readOnly="false">
      <xsd:simpleType>
        <xsd:restriction base="dms:Text">
          <xsd:maxLength value="255"/>
        </xsd:restriction>
      </xsd:simpleType>
    </xsd:element>
    <xsd:element name="LastApprovalDate" ma:index="4" nillable="true" ma:displayName="Approval Date" ma:format="DateOnly" ma:internalName="LastApprovalDate" ma:readOnly="false">
      <xsd:simpleType>
        <xsd:restriction base="dms:DateTime"/>
      </xsd:simpleType>
    </xsd:element>
    <xsd:element name="BriefDescription" ma:index="5" nillable="true" ma:displayName="Brief Description" ma:internalName="BriefDescription" ma:readOnly="false">
      <xsd:simpleType>
        <xsd:restriction base="dms:Note"/>
      </xsd:simpleType>
    </xsd:element>
    <xsd:element name="OrganizationalUnit" ma:index="6" nillable="true" ma:displayName="Organizational Unit" ma:internalName="OrganizationalUnit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ocationCountry" ma:index="7" nillable="true" ma:displayName="Location (Country)" ma:internalName="LocationCountry" ma:readOnly="fals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Global"/>
                    <xsd:enumeration value="AM"/>
                    <xsd:enumeration value="BG"/>
                    <xsd:enumeration value="BY"/>
                    <xsd:enumeration value="CIS"/>
                    <xsd:enumeration value="CN"/>
                    <xsd:enumeration value="CZ"/>
                    <xsd:enumeration value="EU"/>
                    <xsd:enumeration value="IN"/>
                    <xsd:enumeration value="HU"/>
                    <xsd:enumeration value="KZ"/>
                    <xsd:enumeration value="MX"/>
                    <xsd:enumeration value="NL"/>
                    <xsd:enumeration value="PL"/>
                    <xsd:enumeration value="RU"/>
                    <xsd:enumeration value="UA"/>
                    <xsd:enumeration value="UK"/>
                    <xsd:enumeration value="US"/>
                  </xsd:restriction>
                </xsd:simpleType>
              </xsd:element>
            </xsd:sequence>
          </xsd:extension>
        </xsd:complexContent>
      </xsd:complexType>
    </xsd:element>
    <xsd:element name="PageName" ma:index="9" nillable="true" ma:displayName="Published Place" ma:format="Hyperlink" ma:internalName="PageNam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WorkStorage" ma:index="10" nillable="true" ma:displayName="Work Storage" ma:format="Hyperlink" ma:internalName="WorkStor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Standards" ma:index="11" nillable="true" ma:displayName="Standards" ma:default="ISO 9001" ma:internalName="Standards" ma:readOnly="fals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ISO 9001"/>
                    <xsd:enumeration value="ISO 9001 PP"/>
                    <xsd:enumeration value="ISO/IEC 27001"/>
                    <xsd:enumeration value="ISO/IEC 27701"/>
                    <xsd:enumeration value="ISO 27001"/>
                    <xsd:enumeration value="ISO 27701"/>
                    <xsd:enumeration value="ISAE 3402 Type 2 / SOC1 Type 2"/>
                    <xsd:enumeration value="ISAE 3000 Type 2 / SOC2 Type 2"/>
                    <xsd:enumeration value="ISAE 3000 Type 2 / SOC3"/>
                    <xsd:enumeration value="ISO 14001"/>
                    <xsd:enumeration value="ISO 50001"/>
                    <xsd:enumeration value="ISO 13485"/>
                    <xsd:enumeration value="PCI-DSS"/>
                    <xsd:enumeration value="ISO 20000"/>
                    <xsd:enumeration value="ISO 31000"/>
                    <xsd:enumeration value="ISO 45001"/>
                    <xsd:enumeration value="ISO 62304"/>
                    <xsd:enumeration value="CMMI"/>
                    <xsd:enumeration value="SA 8000"/>
                    <xsd:enumeration value="SOX"/>
                    <xsd:enumeration value="ISO 14968"/>
                    <xsd:enumeration value="ISO 14971"/>
                    <xsd:enumeration value="ISO 80002-2"/>
                    <xsd:enumeration value="IEC 62304"/>
                    <xsd:enumeration value="21 CFR Part 820"/>
                    <xsd:enumeration value="Key ISMS"/>
                    <xsd:enumeration value="Key Data Privacy"/>
                    <xsd:enumeration value="LSH"/>
                    <xsd:enumeration value="###"/>
                  </xsd:restriction>
                </xsd:simpleType>
              </xsd:element>
            </xsd:sequence>
          </xsd:extension>
        </xsd:complexContent>
      </xsd:complexType>
    </xsd:element>
    <xsd:element name="Subarea" ma:index="12" ma:displayName="Subarea" ma:format="Dropdown" ma:internalName="Subarea" ma:readOnly="false">
      <xsd:simpleType>
        <xsd:restriction base="dms:Choice">
          <xsd:enumeration value="ISMS Management"/>
          <xsd:enumeration value="Physical Security"/>
          <xsd:enumeration value="Data Privacy"/>
          <xsd:enumeration value="Project/account security"/>
          <xsd:enumeration value="Software assets"/>
          <xsd:enumeration value="Hardware assets"/>
          <xsd:enumeration value="Access and network management"/>
          <xsd:enumeration value="Risk management"/>
          <xsd:enumeration value="IT &amp; IT Security services"/>
          <xsd:enumeration value="Change; management"/>
          <xsd:enumeration value="Application security"/>
          <xsd:enumeration value="People management"/>
          <xsd:enumeration value="Rules for users"/>
          <xsd:enumeration value="Internal audit"/>
          <xsd:enumeration value="Vendor management"/>
          <xsd:enumeration value="Location level regulatory documents"/>
          <xsd:enumeration value="Incident management"/>
          <xsd:enumeration value="Business Continuity"/>
          <xsd:enumeration value="###"/>
        </xsd:restriction>
      </xsd:simpleType>
    </xsd:element>
    <xsd:element name="DocumentArea" ma:index="13" nillable="true" ma:displayName="Document Area" ma:default="###" ma:internalName="DocumentArea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ccess and Network Management"/>
                    <xsd:enumeration value="Application Security"/>
                    <xsd:enumeration value="Artifact Management"/>
                    <xsd:enumeration value="Business Continuity"/>
                    <xsd:enumeration value="Computerized System Validation"/>
                    <xsd:enumeration value="Corporate Governance"/>
                    <xsd:enumeration value="Corrective and Preventive Actions"/>
                    <xsd:enumeration value="Data Privacy"/>
                    <xsd:enumeration value="Environment, Health and Safety Management"/>
                    <xsd:enumeration value="Hardening Standards and Baselines"/>
                    <xsd:enumeration value="Hardware Assets"/>
                    <xsd:enumeration value="Incident Management"/>
                    <xsd:enumeration value="Information Management"/>
                    <xsd:enumeration value="Information Security"/>
                    <xsd:enumeration value="Internal Audit"/>
                    <xsd:enumeration value="IT Service Management"/>
                    <xsd:enumeration value="IT Support"/>
                    <xsd:enumeration value="Logical Data Protection"/>
                    <xsd:enumeration value="Maintenance and Support"/>
                    <xsd:enumeration value="People Management"/>
                    <xsd:enumeration value="Physical Infrastructure"/>
                    <xsd:enumeration value="Physical Product Design and Development"/>
                    <xsd:enumeration value="Physical Security"/>
                    <xsd:enumeration value="Procurement and Vendor Management"/>
                    <xsd:enumeration value="Project Management"/>
                    <xsd:enumeration value="Presales Services"/>
                    <xsd:enumeration value="QMS and ISMS Management"/>
                    <xsd:enumeration value="Risk Management"/>
                    <xsd:enumeration value="Security"/>
                    <xsd:enumeration value="Service Design"/>
                    <xsd:enumeration value="Service Operation"/>
                    <xsd:enumeration value="Service Transition"/>
                    <xsd:enumeration value="Software Assets"/>
                    <xsd:enumeration value="Software Development"/>
                    <xsd:enumeration value="Software Development for LSH"/>
                    <xsd:enumeration value="Software Testing"/>
                    <xsd:enumeration value="Work Outside the Office"/>
                    <xsd:enumeration value="###"/>
                  </xsd:restriction>
                </xsd:simpleType>
              </xsd:element>
            </xsd:sequence>
          </xsd:extension>
        </xsd:complexContent>
      </xsd:complexType>
    </xsd:element>
    <xsd:element name="TemplatesTextContent" ma:index="14" nillable="true" ma:displayName="TemplatesTextContent" ma:hidden="true" ma:internalName="TemplatesTextContent" ma:readOnly="false">
      <xsd:simpleType>
        <xsd:restriction base="dms:Note"/>
      </xsd:simpleType>
    </xsd:element>
    <xsd:element name="Document_x0020_Approver_x0020__x0028_position_x0029_" ma:index="16" nillable="true" ma:displayName="Approver Position" ma:hidden="true" ma:internalName="Document_x0020_Approver_x0020__x0028_position_x0029_" ma:readOnly="false">
      <xsd:simpleType>
        <xsd:restriction base="dms:Text">
          <xsd:maxLength value="255"/>
        </xsd:restriction>
      </xsd:simpleType>
    </xsd:element>
    <xsd:element name="Document_x0020_Owner_x0020__x0028_position_x0029_" ma:index="26" nillable="true" ma:displayName="Document Owner (position)" ma:hidden="true" ma:internalName="Document_x0020_Owner_x0020__x0028_position_x0029_" ma:readOnly="false">
      <xsd:simpleType>
        <xsd:restriction base="dms:Text">
          <xsd:maxLength value="255"/>
        </xsd:restriction>
      </xsd:simpleType>
    </xsd:element>
    <xsd:element name="MediaServiceAutoKeyPoints" ma:index="2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8" nillable="true" ma:displayName="KeyPoints" ma:hidden="true" ma:internalName="MediaServiceKeyPoints" ma:readOnly="true">
      <xsd:simpleType>
        <xsd:restriction base="dms:Note"/>
      </xsd:simpleType>
    </xsd:element>
    <xsd:element name="SharedWithUsers" ma:index="29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0" nillable="true" ma:displayName="Shared With Details" ma:hidden="true" ma:internalName="SharedWithDetails" ma:readOnly="true">
      <xsd:simpleType>
        <xsd:restriction base="dms:Note"/>
      </xsd:simpleType>
    </xsd:element>
    <xsd:element name="MediaServiceObjectDetectorVersions" ma:index="3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FriendlyURL" ma:index="34" nillable="true" ma:displayName="FriendlyURL" ma:indexed="true" ma:internalName="FriendlyURL">
      <xsd:simpleType>
        <xsd:restriction base="dms:Text">
          <xsd:maxLength value="255"/>
        </xsd:restriction>
      </xsd:simpleType>
    </xsd:element>
    <xsd:element name="MediaServiceMetadata" ma:index="3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6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73596d-a490-4938-9ae7-6f2abd4edc7d" elementFormDefault="qualified">
    <xsd:import namespace="http://schemas.microsoft.com/office/2006/documentManagement/types"/>
    <xsd:import namespace="http://schemas.microsoft.com/office/infopath/2007/PartnerControls"/>
    <xsd:element name="_dlc_DocIdPersistId" ma:index="18" nillable="true" ma:displayName="Persist ID" ma:description="Keep ID on add." ma:hidden="true" ma:internalName="_dlc_DocIdPersistId" ma:readOnly="false">
      <xsd:simpleType>
        <xsd:restriction base="dms:Boolean"/>
      </xsd:simpleType>
    </xsd:element>
    <xsd:element name="_dlc_DocId" ma:index="24" nillable="true" ma:displayName="Document ID Value" ma:description="The value of the document ID assigned to this item." ma:hidden="true" ma:internalName="_dlc_DocId" ma:readOnly="false">
      <xsd:simpleType>
        <xsd:restriction base="dms:Text"/>
      </xsd:simpleType>
    </xsd:element>
    <xsd:element name="_dlc_DocIdUrl" ma:index="31" nillable="true" ma:displayName="Document ID" ma:description="Permanent link to this document." ma:hidden="true" ma:internalName="_dlc_DocIdUr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0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 ma:displayName="Category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6F74FC-DCE4-4FAD-B152-022B257C5C9F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A50FA2CC-35CC-4D88-B54E-498208D7C745}">
  <ds:schemaRefs>
    <ds:schemaRef ds:uri="http://purl.org/dc/elements/1.1/"/>
    <ds:schemaRef ds:uri="http://schemas.microsoft.com/sharepoint/v3/fields"/>
    <ds:schemaRef ds:uri="http://schemas.microsoft.com/sharepoint/v4"/>
    <ds:schemaRef ds:uri="http://schemas.microsoft.com/office/2006/documentManagement/types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df08177a-3491-450b-aa7d-767385bce24f"/>
    <ds:schemaRef ds:uri="5be58c7e-8370-4c73-98f1-571f6494e8c7"/>
    <ds:schemaRef ds:uri="2f73596d-a490-4938-9ae7-6f2abd4edc7d"/>
    <ds:schemaRef ds:uri="http://schemas.microsoft.com/sharepoint/v3"/>
    <ds:schemaRef ds:uri="http://schemas.microsoft.com/office/2006/metadata/properties"/>
    <ds:schemaRef ds:uri="http://www.w3.org/XML/1998/namespace"/>
    <ds:schemaRef ds:uri="a17c10a8-bd22-4f4b-9c5c-c3dc02494c46"/>
  </ds:schemaRefs>
</ds:datastoreItem>
</file>

<file path=customXml/itemProps3.xml><?xml version="1.0" encoding="utf-8"?>
<ds:datastoreItem xmlns:ds="http://schemas.openxmlformats.org/officeDocument/2006/customXml" ds:itemID="{1A413D99-DCF0-4BFE-8F14-77623FB18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a17c10a8-bd22-4f4b-9c5c-c3dc02494c46"/>
    <ds:schemaRef ds:uri="2f73596d-a490-4938-9ae7-6f2abd4edc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7C112C0A-7F3A-4E28-80B1-4B14EB4F54B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PID_MonthlyReviewReport</Template>
  <TotalTime>255</TotalTime>
  <Words>344</Words>
  <Application>Microsoft Office PowerPoint</Application>
  <PresentationFormat>On-screen Show (16:9)</PresentationFormat>
  <Paragraphs>58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Covers</vt:lpstr>
      <vt:lpstr>General</vt:lpstr>
      <vt:lpstr>Breakers</vt:lpstr>
      <vt:lpstr>1_General</vt:lpstr>
      <vt:lpstr>Compile safe code with Visitor pattern </vt:lpstr>
      <vt:lpstr>PowerPoint Presentation</vt:lpstr>
      <vt:lpstr>THE PROBLEM</vt:lpstr>
      <vt:lpstr>PowerPoint Presentation</vt:lpstr>
      <vt:lpstr>PowerPoint Presentation</vt:lpstr>
      <vt:lpstr>Visitor pattern</vt:lpstr>
      <vt:lpstr>REFACTORING STORY DEMO</vt:lpstr>
      <vt:lpstr>SOLUTION</vt:lpstr>
      <vt:lpstr>Q&amp;A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Template</dc:subject>
  <dc:creator>Dmitrii Bessonov</dc:creator>
  <cp:lastModifiedBy>Dmitrii Bessonov</cp:lastModifiedBy>
  <cp:revision>40</cp:revision>
  <dcterms:created xsi:type="dcterms:W3CDTF">2025-02-25T06:20:31Z</dcterms:created>
  <dcterms:modified xsi:type="dcterms:W3CDTF">2025-05-01T06:22:05Z</dcterms:modified>
  <cp:category>Quality Management System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0x0101006F5799D5350E4747858630C5700DFDF00046CFA168D8AB1B4D937A734D2015792B</vt:lpwstr>
  </property>
  <property fmtid="{D5CDD505-2E9C-101B-9397-08002B2CF9AE}" pid="3" name="_dlc_DocIdItemGuid">
    <vt:lpwstr>58c16755-46c2-446b-ae2b-da08d0ca142c</vt:lpwstr>
  </property>
  <property fmtid="{D5CDD505-2E9C-101B-9397-08002B2CF9AE}" pid="4" name="MSIP_Label_2a535040-0af2-483f-adc3-a132c21e3e2b_Enabled">
    <vt:lpwstr>true</vt:lpwstr>
  </property>
  <property fmtid="{D5CDD505-2E9C-101B-9397-08002B2CF9AE}" pid="5" name="MSIP_Label_2a535040-0af2-483f-adc3-a132c21e3e2b_SetDate">
    <vt:lpwstr>2022-12-27T13:36:59Z</vt:lpwstr>
  </property>
  <property fmtid="{D5CDD505-2E9C-101B-9397-08002B2CF9AE}" pid="6" name="MSIP_Label_2a535040-0af2-483f-adc3-a132c21e3e2b_Method">
    <vt:lpwstr>Standard</vt:lpwstr>
  </property>
  <property fmtid="{D5CDD505-2E9C-101B-9397-08002B2CF9AE}" pid="7" name="MSIP_Label_2a535040-0af2-483f-adc3-a132c21e3e2b_Name">
    <vt:lpwstr>EPAM_Confidential</vt:lpwstr>
  </property>
  <property fmtid="{D5CDD505-2E9C-101B-9397-08002B2CF9AE}" pid="8" name="MSIP_Label_2a535040-0af2-483f-adc3-a132c21e3e2b_SiteId">
    <vt:lpwstr>b41b72d0-4e9f-4c26-8a69-f949f367c91d</vt:lpwstr>
  </property>
  <property fmtid="{D5CDD505-2E9C-101B-9397-08002B2CF9AE}" pid="9" name="MSIP_Label_2a535040-0af2-483f-adc3-a132c21e3e2b_ActionId">
    <vt:lpwstr>053e9c00-a4ee-4b9d-863b-10bc31fa58ba</vt:lpwstr>
  </property>
  <property fmtid="{D5CDD505-2E9C-101B-9397-08002B2CF9AE}" pid="10" name="MSIP_Label_2a535040-0af2-483f-adc3-a132c21e3e2b_ContentBits">
    <vt:lpwstr>0</vt:lpwstr>
  </property>
  <property fmtid="{D5CDD505-2E9C-101B-9397-08002B2CF9AE}" pid="11" name="publishedVersion">
    <vt:lpwstr>10.0</vt:lpwstr>
  </property>
  <property fmtid="{D5CDD505-2E9C-101B-9397-08002B2CF9AE}" pid="12" name="EPAMDocumentID">
    <vt:lpwstr>EPAM_Template-1203</vt:lpwstr>
  </property>
  <property fmtid="{D5CDD505-2E9C-101B-9397-08002B2CF9AE}" pid="13" name="Review Period">
    <vt:r8>5</vt:r8>
  </property>
  <property fmtid="{D5CDD505-2E9C-101B-9397-08002B2CF9AE}" pid="14" name="RequiredReviewDate">
    <vt:filetime>2027-12-06T21:00:00Z</vt:filetime>
  </property>
  <property fmtid="{D5CDD505-2E9C-101B-9397-08002B2CF9AE}" pid="15" name="OriginalId">
    <vt:r8>262</vt:r8>
  </property>
</Properties>
</file>